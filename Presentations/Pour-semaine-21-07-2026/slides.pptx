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88" r:id="rId6"/>
    <p:sldId id="265" r:id="rId7"/>
    <p:sldId id="284" r:id="rId8"/>
    <p:sldId id="289" r:id="rId9"/>
    <p:sldId id="290" r:id="rId10"/>
    <p:sldId id="282" r:id="rId11"/>
    <p:sldId id="291" r:id="rId12"/>
    <p:sldId id="292" r:id="rId13"/>
    <p:sldId id="277" r:id="rId14"/>
    <p:sldId id="278" r:id="rId15"/>
    <p:sldId id="286" r:id="rId16"/>
    <p:sldId id="279" r:id="rId17"/>
    <p:sldId id="28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A5A5"/>
    <a:srgbClr val="EEFCD4"/>
    <a:srgbClr val="FABBBB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96AEB3-D644-EC3F-6F05-D205DF06538E}" v="1235" dt="2026-07-21T11:51:41.658"/>
    <p1510:client id="{A2DF8AFA-D2CD-9C43-D754-0693AD2515D5}" v="592" dt="2026-07-21T09:47:06.959"/>
    <p1510:client id="{CE5C1BEB-9FC1-3BEA-3785-27B1C9BD5693}" v="542" dt="2026-07-21T12:24:00.6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dele ouedraogo" userId="3a184725f9ae2e2c" providerId="Windows Live" clId="Web-{2896AEB3-D644-EC3F-6F05-D205DF06538E}"/>
    <pc:docChg chg="addSld delSld modSld">
      <pc:chgData name="fidele ouedraogo" userId="3a184725f9ae2e2c" providerId="Windows Live" clId="Web-{2896AEB3-D644-EC3F-6F05-D205DF06538E}" dt="2026-07-21T11:51:41.658" v="1091" actId="14100"/>
      <pc:docMkLst>
        <pc:docMk/>
      </pc:docMkLst>
      <pc:sldChg chg="del">
        <pc:chgData name="fidele ouedraogo" userId="3a184725f9ae2e2c" providerId="Windows Live" clId="Web-{2896AEB3-D644-EC3F-6F05-D205DF06538E}" dt="2026-07-21T10:39:12.673" v="234"/>
        <pc:sldMkLst>
          <pc:docMk/>
          <pc:sldMk cId="0" sldId="267"/>
        </pc:sldMkLst>
      </pc:sldChg>
      <pc:sldChg chg="modSp">
        <pc:chgData name="fidele ouedraogo" userId="3a184725f9ae2e2c" providerId="Windows Live" clId="Web-{2896AEB3-D644-EC3F-6F05-D205DF06538E}" dt="2026-07-21T11:08:56.896" v="736" actId="20577"/>
        <pc:sldMkLst>
          <pc:docMk/>
          <pc:sldMk cId="0" sldId="277"/>
        </pc:sldMkLst>
        <pc:spChg chg="mod">
          <ac:chgData name="fidele ouedraogo" userId="3a184725f9ae2e2c" providerId="Windows Live" clId="Web-{2896AEB3-D644-EC3F-6F05-D205DF06538E}" dt="2026-07-21T11:08:05.973" v="727" actId="20577"/>
          <ac:spMkLst>
            <pc:docMk/>
            <pc:sldMk cId="0" sldId="277"/>
            <ac:spMk id="5" creationId="{00000000-0000-0000-0000-000000000000}"/>
          </ac:spMkLst>
        </pc:spChg>
        <pc:spChg chg="mod">
          <ac:chgData name="fidele ouedraogo" userId="3a184725f9ae2e2c" providerId="Windows Live" clId="Web-{2896AEB3-D644-EC3F-6F05-D205DF06538E}" dt="2026-07-21T11:08:56.896" v="736" actId="20577"/>
          <ac:spMkLst>
            <pc:docMk/>
            <pc:sldMk cId="0" sldId="277"/>
            <ac:spMk id="6" creationId="{00000000-0000-0000-0000-000000000000}"/>
          </ac:spMkLst>
        </pc:spChg>
      </pc:sldChg>
      <pc:sldChg chg="addSp delSp modSp">
        <pc:chgData name="fidele ouedraogo" userId="3a184725f9ae2e2c" providerId="Windows Live" clId="Web-{2896AEB3-D644-EC3F-6F05-D205DF06538E}" dt="2026-07-21T11:47:44.374" v="1063" actId="20577"/>
        <pc:sldMkLst>
          <pc:docMk/>
          <pc:sldMk cId="0" sldId="278"/>
        </pc:sldMkLst>
        <pc:spChg chg="mod">
          <ac:chgData name="fidele ouedraogo" userId="3a184725f9ae2e2c" providerId="Windows Live" clId="Web-{2896AEB3-D644-EC3F-6F05-D205DF06538E}" dt="2026-07-21T11:46:45.499" v="1056" actId="20577"/>
          <ac:spMkLst>
            <pc:docMk/>
            <pc:sldMk cId="0" sldId="278"/>
            <ac:spMk id="2" creationId="{00000000-0000-0000-0000-000000000000}"/>
          </ac:spMkLst>
        </pc:spChg>
        <pc:spChg chg="del">
          <ac:chgData name="fidele ouedraogo" userId="3a184725f9ae2e2c" providerId="Windows Live" clId="Web-{2896AEB3-D644-EC3F-6F05-D205DF06538E}" dt="2026-07-21T11:09:56.599" v="764"/>
          <ac:spMkLst>
            <pc:docMk/>
            <pc:sldMk cId="0" sldId="278"/>
            <ac:spMk id="3" creationId="{00000000-0000-0000-0000-000000000000}"/>
          </ac:spMkLst>
        </pc:spChg>
        <pc:spChg chg="add del mod">
          <ac:chgData name="fidele ouedraogo" userId="3a184725f9ae2e2c" providerId="Windows Live" clId="Web-{2896AEB3-D644-EC3F-6F05-D205DF06538E}" dt="2026-07-21T11:29:40.112" v="776"/>
          <ac:spMkLst>
            <pc:docMk/>
            <pc:sldMk cId="0" sldId="278"/>
            <ac:spMk id="4" creationId="{DA05D914-0857-124D-F326-658590DD7E89}"/>
          </ac:spMkLst>
        </pc:spChg>
        <pc:spChg chg="mod">
          <ac:chgData name="fidele ouedraogo" userId="3a184725f9ae2e2c" providerId="Windows Live" clId="Web-{2896AEB3-D644-EC3F-6F05-D205DF06538E}" dt="2026-07-21T11:47:44.374" v="1063" actId="20577"/>
          <ac:spMkLst>
            <pc:docMk/>
            <pc:sldMk cId="0" sldId="278"/>
            <ac:spMk id="10" creationId="{00000000-0000-0000-0000-000000000000}"/>
          </ac:spMkLst>
        </pc:spChg>
        <pc:spChg chg="mod">
          <ac:chgData name="fidele ouedraogo" userId="3a184725f9ae2e2c" providerId="Windows Live" clId="Web-{2896AEB3-D644-EC3F-6F05-D205DF06538E}" dt="2026-07-21T11:46:20.530" v="1051" actId="20577"/>
          <ac:spMkLst>
            <pc:docMk/>
            <pc:sldMk cId="0" sldId="278"/>
            <ac:spMk id="12" creationId="{00000000-0000-0000-0000-000000000000}"/>
          </ac:spMkLst>
        </pc:spChg>
        <pc:graphicFrameChg chg="add mod modGraphic">
          <ac:chgData name="fidele ouedraogo" userId="3a184725f9ae2e2c" providerId="Windows Live" clId="Web-{2896AEB3-D644-EC3F-6F05-D205DF06538E}" dt="2026-07-21T11:41:30.323" v="949"/>
          <ac:graphicFrameMkLst>
            <pc:docMk/>
            <pc:sldMk cId="0" sldId="278"/>
            <ac:graphicFrameMk id="6" creationId="{11259B0A-5AD3-4115-8613-A90DD7783636}"/>
          </ac:graphicFrameMkLst>
        </pc:graphicFrameChg>
        <pc:graphicFrameChg chg="del mod modGraphic">
          <ac:chgData name="fidele ouedraogo" userId="3a184725f9ae2e2c" providerId="Windows Live" clId="Web-{2896AEB3-D644-EC3F-6F05-D205DF06538E}" dt="2026-07-21T11:28:11.783" v="765"/>
          <ac:graphicFrameMkLst>
            <pc:docMk/>
            <pc:sldMk cId="0" sldId="278"/>
            <ac:graphicFrameMk id="17" creationId="{213950E4-B618-E804-E687-5A99EDE44D79}"/>
          </ac:graphicFrameMkLst>
        </pc:graphicFrameChg>
      </pc:sldChg>
      <pc:sldChg chg="addSp delSp modSp">
        <pc:chgData name="fidele ouedraogo" userId="3a184725f9ae2e2c" providerId="Windows Live" clId="Web-{2896AEB3-D644-EC3F-6F05-D205DF06538E}" dt="2026-07-21T11:04:21.392" v="612" actId="20577"/>
        <pc:sldMkLst>
          <pc:docMk/>
          <pc:sldMk cId="2211274969" sldId="282"/>
        </pc:sldMkLst>
        <pc:spChg chg="mod">
          <ac:chgData name="fidele ouedraogo" userId="3a184725f9ae2e2c" providerId="Windows Live" clId="Web-{2896AEB3-D644-EC3F-6F05-D205DF06538E}" dt="2026-07-21T10:39:31.564" v="244" actId="20577"/>
          <ac:spMkLst>
            <pc:docMk/>
            <pc:sldMk cId="2211274969" sldId="282"/>
            <ac:spMk id="5" creationId="{A16A375E-F37D-D4F3-CCA3-57F5C8B429F6}"/>
          </ac:spMkLst>
        </pc:spChg>
        <pc:spChg chg="mod">
          <ac:chgData name="fidele ouedraogo" userId="3a184725f9ae2e2c" providerId="Windows Live" clId="Web-{2896AEB3-D644-EC3F-6F05-D205DF06538E}" dt="2026-07-21T10:46:02.677" v="377" actId="20577"/>
          <ac:spMkLst>
            <pc:docMk/>
            <pc:sldMk cId="2211274969" sldId="282"/>
            <ac:spMk id="6" creationId="{31689C56-4462-3ECD-D3C0-B2A2E9E6F2DD}"/>
          </ac:spMkLst>
        </pc:spChg>
        <pc:spChg chg="mod">
          <ac:chgData name="fidele ouedraogo" userId="3a184725f9ae2e2c" providerId="Windows Live" clId="Web-{2896AEB3-D644-EC3F-6F05-D205DF06538E}" dt="2026-07-21T10:48:30.679" v="399" actId="1076"/>
          <ac:spMkLst>
            <pc:docMk/>
            <pc:sldMk cId="2211274969" sldId="282"/>
            <ac:spMk id="7" creationId="{EB753B68-2C21-196D-4D63-E12B49C13F34}"/>
          </ac:spMkLst>
        </pc:spChg>
        <pc:spChg chg="mod">
          <ac:chgData name="fidele ouedraogo" userId="3a184725f9ae2e2c" providerId="Windows Live" clId="Web-{2896AEB3-D644-EC3F-6F05-D205DF06538E}" dt="2026-07-21T10:48:51.710" v="402" actId="1076"/>
          <ac:spMkLst>
            <pc:docMk/>
            <pc:sldMk cId="2211274969" sldId="282"/>
            <ac:spMk id="8" creationId="{6CD447C0-E35B-ED79-D922-0B74CE408B07}"/>
          </ac:spMkLst>
        </pc:spChg>
        <pc:spChg chg="mod">
          <ac:chgData name="fidele ouedraogo" userId="3a184725f9ae2e2c" providerId="Windows Live" clId="Web-{2896AEB3-D644-EC3F-6F05-D205DF06538E}" dt="2026-07-21T10:48:45.991" v="401" actId="1076"/>
          <ac:spMkLst>
            <pc:docMk/>
            <pc:sldMk cId="2211274969" sldId="282"/>
            <ac:spMk id="9" creationId="{4B70423B-F2A4-1D95-9037-4778EAD22E3C}"/>
          </ac:spMkLst>
        </pc:spChg>
        <pc:spChg chg="mod">
          <ac:chgData name="fidele ouedraogo" userId="3a184725f9ae2e2c" providerId="Windows Live" clId="Web-{2896AEB3-D644-EC3F-6F05-D205DF06538E}" dt="2026-07-21T10:47:04.584" v="382" actId="20577"/>
          <ac:spMkLst>
            <pc:docMk/>
            <pc:sldMk cId="2211274969" sldId="282"/>
            <ac:spMk id="10" creationId="{C5E0D06B-BBDA-E02D-40AE-729DC649730A}"/>
          </ac:spMkLst>
        </pc:spChg>
        <pc:spChg chg="mod">
          <ac:chgData name="fidele ouedraogo" userId="3a184725f9ae2e2c" providerId="Windows Live" clId="Web-{2896AEB3-D644-EC3F-6F05-D205DF06538E}" dt="2026-07-21T10:40:34.596" v="298" actId="20577"/>
          <ac:spMkLst>
            <pc:docMk/>
            <pc:sldMk cId="2211274969" sldId="282"/>
            <ac:spMk id="13" creationId="{BE1402A7-EC44-9A35-8B5A-DFD56B919E70}"/>
          </ac:spMkLst>
        </pc:spChg>
        <pc:spChg chg="mod">
          <ac:chgData name="fidele ouedraogo" userId="3a184725f9ae2e2c" providerId="Windows Live" clId="Web-{2896AEB3-D644-EC3F-6F05-D205DF06538E}" dt="2026-07-21T10:47:38.506" v="392" actId="20577"/>
          <ac:spMkLst>
            <pc:docMk/>
            <pc:sldMk cId="2211274969" sldId="282"/>
            <ac:spMk id="14" creationId="{83E57185-D748-BD20-9AB4-8A694380AB33}"/>
          </ac:spMkLst>
        </pc:spChg>
        <pc:spChg chg="mod">
          <ac:chgData name="fidele ouedraogo" userId="3a184725f9ae2e2c" providerId="Windows Live" clId="Web-{2896AEB3-D644-EC3F-6F05-D205DF06538E}" dt="2026-07-21T10:43:32.066" v="373" actId="1076"/>
          <ac:spMkLst>
            <pc:docMk/>
            <pc:sldMk cId="2211274969" sldId="282"/>
            <ac:spMk id="15" creationId="{1AF108E6-0D3E-1AE2-ABF4-63F5210BD09B}"/>
          </ac:spMkLst>
        </pc:spChg>
        <pc:spChg chg="mod">
          <ac:chgData name="fidele ouedraogo" userId="3a184725f9ae2e2c" providerId="Windows Live" clId="Web-{2896AEB3-D644-EC3F-6F05-D205DF06538E}" dt="2026-07-21T10:43:36.535" v="374" actId="1076"/>
          <ac:spMkLst>
            <pc:docMk/>
            <pc:sldMk cId="2211274969" sldId="282"/>
            <ac:spMk id="16" creationId="{AE03B076-A92B-4E2A-FDB7-56B2912A7E0B}"/>
          </ac:spMkLst>
        </pc:spChg>
        <pc:spChg chg="del">
          <ac:chgData name="fidele ouedraogo" userId="3a184725f9ae2e2c" providerId="Windows Live" clId="Web-{2896AEB3-D644-EC3F-6F05-D205DF06538E}" dt="2026-07-21T10:43:01.894" v="368"/>
          <ac:spMkLst>
            <pc:docMk/>
            <pc:sldMk cId="2211274969" sldId="282"/>
            <ac:spMk id="20" creationId="{3E8D00B7-6F42-AAF8-4A5D-F916C11108C0}"/>
          </ac:spMkLst>
        </pc:spChg>
        <pc:spChg chg="mod">
          <ac:chgData name="fidele ouedraogo" userId="3a184725f9ae2e2c" providerId="Windows Live" clId="Web-{2896AEB3-D644-EC3F-6F05-D205DF06538E}" dt="2026-07-21T11:04:21.392" v="612" actId="20577"/>
          <ac:spMkLst>
            <pc:docMk/>
            <pc:sldMk cId="2211274969" sldId="282"/>
            <ac:spMk id="24" creationId="{1C445CBA-01F1-E747-9112-6732C645B640}"/>
          </ac:spMkLst>
        </pc:spChg>
        <pc:spChg chg="del">
          <ac:chgData name="fidele ouedraogo" userId="3a184725f9ae2e2c" providerId="Windows Live" clId="Web-{2896AEB3-D644-EC3F-6F05-D205DF06538E}" dt="2026-07-21T10:43:06.722" v="370"/>
          <ac:spMkLst>
            <pc:docMk/>
            <pc:sldMk cId="2211274969" sldId="282"/>
            <ac:spMk id="25" creationId="{D53517B4-1620-55D4-CC88-81602149645D}"/>
          </ac:spMkLst>
        </pc:spChg>
        <pc:spChg chg="del">
          <ac:chgData name="fidele ouedraogo" userId="3a184725f9ae2e2c" providerId="Windows Live" clId="Web-{2896AEB3-D644-EC3F-6F05-D205DF06538E}" dt="2026-07-21T10:43:04.691" v="369"/>
          <ac:spMkLst>
            <pc:docMk/>
            <pc:sldMk cId="2211274969" sldId="282"/>
            <ac:spMk id="26" creationId="{28773135-FFA9-1541-DE2A-CDDE8A9E089F}"/>
          </ac:spMkLst>
        </pc:spChg>
        <pc:spChg chg="del">
          <ac:chgData name="fidele ouedraogo" userId="3a184725f9ae2e2c" providerId="Windows Live" clId="Web-{2896AEB3-D644-EC3F-6F05-D205DF06538E}" dt="2026-07-21T10:43:11.269" v="371"/>
          <ac:spMkLst>
            <pc:docMk/>
            <pc:sldMk cId="2211274969" sldId="282"/>
            <ac:spMk id="27" creationId="{7949DE58-6398-C7B2-7E32-D8E671EC0378}"/>
          </ac:spMkLst>
        </pc:spChg>
        <pc:spChg chg="mod">
          <ac:chgData name="fidele ouedraogo" userId="3a184725f9ae2e2c" providerId="Windows Live" clId="Web-{2896AEB3-D644-EC3F-6F05-D205DF06538E}" dt="2026-07-21T10:42:31.691" v="347" actId="20577"/>
          <ac:spMkLst>
            <pc:docMk/>
            <pc:sldMk cId="2211274969" sldId="282"/>
            <ac:spMk id="30" creationId="{5272FB0D-B86B-000D-9862-4443A770787D}"/>
          </ac:spMkLst>
        </pc:spChg>
        <pc:spChg chg="mod">
          <ac:chgData name="fidele ouedraogo" userId="3a184725f9ae2e2c" providerId="Windows Live" clId="Web-{2896AEB3-D644-EC3F-6F05-D205DF06538E}" dt="2026-07-21T10:43:42.082" v="375" actId="1076"/>
          <ac:spMkLst>
            <pc:docMk/>
            <pc:sldMk cId="2211274969" sldId="282"/>
            <ac:spMk id="31" creationId="{CD1B6AE8-E58F-01BE-A004-173D3D6FB962}"/>
          </ac:spMkLst>
        </pc:spChg>
        <pc:spChg chg="mod">
          <ac:chgData name="fidele ouedraogo" userId="3a184725f9ae2e2c" providerId="Windows Live" clId="Web-{2896AEB3-D644-EC3F-6F05-D205DF06538E}" dt="2026-07-21T10:49:32.336" v="403" actId="20577"/>
          <ac:spMkLst>
            <pc:docMk/>
            <pc:sldMk cId="2211274969" sldId="282"/>
            <ac:spMk id="33" creationId="{B30B94E9-CC63-7F5E-7AB9-891B0B564DD4}"/>
          </ac:spMkLst>
        </pc:spChg>
        <pc:spChg chg="mod">
          <ac:chgData name="fidele ouedraogo" userId="3a184725f9ae2e2c" providerId="Windows Live" clId="Web-{2896AEB3-D644-EC3F-6F05-D205DF06538E}" dt="2026-07-21T10:50:12.930" v="409" actId="20577"/>
          <ac:spMkLst>
            <pc:docMk/>
            <pc:sldMk cId="2211274969" sldId="282"/>
            <ac:spMk id="34" creationId="{547D7E89-F01E-9AEB-AEF4-34BB492FD1A7}"/>
          </ac:spMkLst>
        </pc:spChg>
        <pc:picChg chg="add mod">
          <ac:chgData name="fidele ouedraogo" userId="3a184725f9ae2e2c" providerId="Windows Live" clId="Web-{2896AEB3-D644-EC3F-6F05-D205DF06538E}" dt="2026-07-21T10:46:12.849" v="381" actId="1076"/>
          <ac:picMkLst>
            <pc:docMk/>
            <pc:sldMk cId="2211274969" sldId="282"/>
            <ac:picMk id="17" creationId="{B903935F-F2DC-534C-D8C2-EAE85BC89883}"/>
          </ac:picMkLst>
        </pc:picChg>
        <pc:picChg chg="add mod">
          <ac:chgData name="fidele ouedraogo" userId="3a184725f9ae2e2c" providerId="Windows Live" clId="Web-{2896AEB3-D644-EC3F-6F05-D205DF06538E}" dt="2026-07-21T10:48:36.601" v="400" actId="1076"/>
          <ac:picMkLst>
            <pc:docMk/>
            <pc:sldMk cId="2211274969" sldId="282"/>
            <ac:picMk id="18" creationId="{AD699FAF-67CF-3C36-8A02-7C7146B54429}"/>
          </ac:picMkLst>
        </pc:picChg>
        <pc:picChg chg="add mod">
          <ac:chgData name="fidele ouedraogo" userId="3a184725f9ae2e2c" providerId="Windows Live" clId="Web-{2896AEB3-D644-EC3F-6F05-D205DF06538E}" dt="2026-07-21T10:48:15.335" v="397" actId="1076"/>
          <ac:picMkLst>
            <pc:docMk/>
            <pc:sldMk cId="2211274969" sldId="282"/>
            <ac:picMk id="19" creationId="{845C753F-B92A-C28B-3EB5-79DF58371FA8}"/>
          </ac:picMkLst>
        </pc:picChg>
        <pc:picChg chg="add mod">
          <ac:chgData name="fidele ouedraogo" userId="3a184725f9ae2e2c" providerId="Windows Live" clId="Web-{2896AEB3-D644-EC3F-6F05-D205DF06538E}" dt="2026-07-21T10:49:46.023" v="408" actId="14100"/>
          <ac:picMkLst>
            <pc:docMk/>
            <pc:sldMk cId="2211274969" sldId="282"/>
            <ac:picMk id="21" creationId="{AA12B202-5749-AEF3-E7B2-A15D52E48D24}"/>
          </ac:picMkLst>
        </pc:picChg>
        <pc:picChg chg="add mod">
          <ac:chgData name="fidele ouedraogo" userId="3a184725f9ae2e2c" providerId="Windows Live" clId="Web-{2896AEB3-D644-EC3F-6F05-D205DF06538E}" dt="2026-07-21T10:50:20.211" v="412" actId="14100"/>
          <ac:picMkLst>
            <pc:docMk/>
            <pc:sldMk cId="2211274969" sldId="282"/>
            <ac:picMk id="22" creationId="{4C1BB81A-B1AE-BCBF-2891-7E642D06F42E}"/>
          </ac:picMkLst>
        </pc:picChg>
      </pc:sldChg>
      <pc:sldChg chg="addSp delSp modSp">
        <pc:chgData name="fidele ouedraogo" userId="3a184725f9ae2e2c" providerId="Windows Live" clId="Web-{2896AEB3-D644-EC3F-6F05-D205DF06538E}" dt="2026-07-21T10:06:45.809" v="72" actId="20577"/>
        <pc:sldMkLst>
          <pc:docMk/>
          <pc:sldMk cId="705573907" sldId="284"/>
        </pc:sldMkLst>
        <pc:spChg chg="mod">
          <ac:chgData name="fidele ouedraogo" userId="3a184725f9ae2e2c" providerId="Windows Live" clId="Web-{2896AEB3-D644-EC3F-6F05-D205DF06538E}" dt="2026-07-21T10:04:50.620" v="40" actId="14100"/>
          <ac:spMkLst>
            <pc:docMk/>
            <pc:sldMk cId="705573907" sldId="284"/>
            <ac:spMk id="3" creationId="{2B6099EB-5B6F-29E7-8E3A-34170A35246D}"/>
          </ac:spMkLst>
        </pc:spChg>
        <pc:spChg chg="mod">
          <ac:chgData name="fidele ouedraogo" userId="3a184725f9ae2e2c" providerId="Windows Live" clId="Web-{2896AEB3-D644-EC3F-6F05-D205DF06538E}" dt="2026-07-21T10:06:45.809" v="72" actId="20577"/>
          <ac:spMkLst>
            <pc:docMk/>
            <pc:sldMk cId="705573907" sldId="284"/>
            <ac:spMk id="4" creationId="{3DB0FD28-2C83-C509-AE9D-FFEDC5707D0E}"/>
          </ac:spMkLst>
        </pc:spChg>
        <pc:spChg chg="mod">
          <ac:chgData name="fidele ouedraogo" userId="3a184725f9ae2e2c" providerId="Windows Live" clId="Web-{2896AEB3-D644-EC3F-6F05-D205DF06538E}" dt="2026-07-21T10:05:49.965" v="56" actId="20577"/>
          <ac:spMkLst>
            <pc:docMk/>
            <pc:sldMk cId="705573907" sldId="284"/>
            <ac:spMk id="5" creationId="{CF1F1B76-E50C-5E9C-61CE-08A49B8FA1FF}"/>
          </ac:spMkLst>
        </pc:spChg>
        <pc:spChg chg="mod">
          <ac:chgData name="fidele ouedraogo" userId="3a184725f9ae2e2c" providerId="Windows Live" clId="Web-{2896AEB3-D644-EC3F-6F05-D205DF06538E}" dt="2026-07-21T10:05:25.527" v="46" actId="14100"/>
          <ac:spMkLst>
            <pc:docMk/>
            <pc:sldMk cId="705573907" sldId="284"/>
            <ac:spMk id="6" creationId="{9F5BD91C-F839-9D1B-1511-BE7BE91CB5D8}"/>
          </ac:spMkLst>
        </pc:spChg>
        <pc:spChg chg="mod">
          <ac:chgData name="fidele ouedraogo" userId="3a184725f9ae2e2c" providerId="Windows Live" clId="Web-{2896AEB3-D644-EC3F-6F05-D205DF06538E}" dt="2026-07-21T10:06:36.934" v="66" actId="20577"/>
          <ac:spMkLst>
            <pc:docMk/>
            <pc:sldMk cId="705573907" sldId="284"/>
            <ac:spMk id="7" creationId="{C52430D6-05DB-6411-AB93-8E1E0AB27320}"/>
          </ac:spMkLst>
        </pc:spChg>
        <pc:spChg chg="mod">
          <ac:chgData name="fidele ouedraogo" userId="3a184725f9ae2e2c" providerId="Windows Live" clId="Web-{2896AEB3-D644-EC3F-6F05-D205DF06538E}" dt="2026-07-21T10:06:10.371" v="61" actId="20577"/>
          <ac:spMkLst>
            <pc:docMk/>
            <pc:sldMk cId="705573907" sldId="284"/>
            <ac:spMk id="8" creationId="{25DB451B-06A4-FEED-2135-11AA038F07E6}"/>
          </ac:spMkLst>
        </pc:spChg>
        <pc:spChg chg="del">
          <ac:chgData name="fidele ouedraogo" userId="3a184725f9ae2e2c" providerId="Windows Live" clId="Web-{2896AEB3-D644-EC3F-6F05-D205DF06538E}" dt="2026-07-21T10:04:31.542" v="36"/>
          <ac:spMkLst>
            <pc:docMk/>
            <pc:sldMk cId="705573907" sldId="284"/>
            <ac:spMk id="9" creationId="{61EF74BF-1597-1F5F-EA72-3AD6779ED82C}"/>
          </ac:spMkLst>
        </pc:spChg>
        <pc:spChg chg="del mod">
          <ac:chgData name="fidele ouedraogo" userId="3a184725f9ae2e2c" providerId="Windows Live" clId="Web-{2896AEB3-D644-EC3F-6F05-D205DF06538E}" dt="2026-07-21T10:04:39.183" v="38"/>
          <ac:spMkLst>
            <pc:docMk/>
            <pc:sldMk cId="705573907" sldId="284"/>
            <ac:spMk id="10" creationId="{ED770CFD-4B2C-AE18-805D-926B8197F409}"/>
          </ac:spMkLst>
        </pc:spChg>
        <pc:spChg chg="del mod">
          <ac:chgData name="fidele ouedraogo" userId="3a184725f9ae2e2c" providerId="Windows Live" clId="Web-{2896AEB3-D644-EC3F-6F05-D205DF06538E}" dt="2026-07-21T10:04:34.355" v="37"/>
          <ac:spMkLst>
            <pc:docMk/>
            <pc:sldMk cId="705573907" sldId="284"/>
            <ac:spMk id="11" creationId="{12F1B5B3-926A-91AB-263D-D85D4CD68BE6}"/>
          </ac:spMkLst>
        </pc:spChg>
        <pc:spChg chg="mod">
          <ac:chgData name="fidele ouedraogo" userId="3a184725f9ae2e2c" providerId="Windows Live" clId="Web-{2896AEB3-D644-EC3F-6F05-D205DF06538E}" dt="2026-07-21T10:01:19.384" v="8" actId="14100"/>
          <ac:spMkLst>
            <pc:docMk/>
            <pc:sldMk cId="705573907" sldId="284"/>
            <ac:spMk id="12" creationId="{0A8059AD-F47C-0C3E-43E6-CB43A9289E3E}"/>
          </ac:spMkLst>
        </pc:spChg>
        <pc:spChg chg="del">
          <ac:chgData name="fidele ouedraogo" userId="3a184725f9ae2e2c" providerId="Windows Live" clId="Web-{2896AEB3-D644-EC3F-6F05-D205DF06538E}" dt="2026-07-21T10:04:09.808" v="33"/>
          <ac:spMkLst>
            <pc:docMk/>
            <pc:sldMk cId="705573907" sldId="284"/>
            <ac:spMk id="17" creationId="{470DBE3B-27F4-2698-E7C5-942C65FEE4EE}"/>
          </ac:spMkLst>
        </pc:spChg>
        <pc:spChg chg="del">
          <ac:chgData name="fidele ouedraogo" userId="3a184725f9ae2e2c" providerId="Windows Live" clId="Web-{2896AEB3-D644-EC3F-6F05-D205DF06538E}" dt="2026-07-21T10:03:58.448" v="31"/>
          <ac:spMkLst>
            <pc:docMk/>
            <pc:sldMk cId="705573907" sldId="284"/>
            <ac:spMk id="18" creationId="{3CB0B50E-CCF0-7F95-F285-945BC072C1DB}"/>
          </ac:spMkLst>
        </pc:spChg>
        <pc:spChg chg="del">
          <ac:chgData name="fidele ouedraogo" userId="3a184725f9ae2e2c" providerId="Windows Live" clId="Web-{2896AEB3-D644-EC3F-6F05-D205DF06538E}" dt="2026-07-21T10:04:06.886" v="32"/>
          <ac:spMkLst>
            <pc:docMk/>
            <pc:sldMk cId="705573907" sldId="284"/>
            <ac:spMk id="19" creationId="{6F3E4937-2287-F66E-3E5F-B8F243FA23D6}"/>
          </ac:spMkLst>
        </pc:spChg>
        <pc:spChg chg="del">
          <ac:chgData name="fidele ouedraogo" userId="3a184725f9ae2e2c" providerId="Windows Live" clId="Web-{2896AEB3-D644-EC3F-6F05-D205DF06538E}" dt="2026-07-21T10:04:14.448" v="34"/>
          <ac:spMkLst>
            <pc:docMk/>
            <pc:sldMk cId="705573907" sldId="284"/>
            <ac:spMk id="20" creationId="{51C79147-BE7C-0811-E9D1-1DD2FB8462F8}"/>
          </ac:spMkLst>
        </pc:spChg>
        <pc:picChg chg="add del mod">
          <ac:chgData name="fidele ouedraogo" userId="3a184725f9ae2e2c" providerId="Windows Live" clId="Web-{2896AEB3-D644-EC3F-6F05-D205DF06538E}" dt="2026-07-21T10:04:17.198" v="35"/>
          <ac:picMkLst>
            <pc:docMk/>
            <pc:sldMk cId="705573907" sldId="284"/>
            <ac:picMk id="13" creationId="{FAE0ABAC-45B8-6D05-BBED-BC736BCF9E52}"/>
          </ac:picMkLst>
        </pc:picChg>
      </pc:sldChg>
      <pc:sldChg chg="addSp delSp modSp">
        <pc:chgData name="fidele ouedraogo" userId="3a184725f9ae2e2c" providerId="Windows Live" clId="Web-{2896AEB3-D644-EC3F-6F05-D205DF06538E}" dt="2026-07-21T11:51:41.658" v="1091" actId="14100"/>
        <pc:sldMkLst>
          <pc:docMk/>
          <pc:sldMk cId="907148248" sldId="286"/>
        </pc:sldMkLst>
        <pc:spChg chg="mod">
          <ac:chgData name="fidele ouedraogo" userId="3a184725f9ae2e2c" providerId="Windows Live" clId="Web-{2896AEB3-D644-EC3F-6F05-D205DF06538E}" dt="2026-07-21T11:49:10.954" v="1089" actId="20577"/>
          <ac:spMkLst>
            <pc:docMk/>
            <pc:sldMk cId="907148248" sldId="286"/>
            <ac:spMk id="2" creationId="{00000000-0000-0000-0000-000000000000}"/>
          </ac:spMkLst>
        </pc:spChg>
        <pc:spChg chg="del">
          <ac:chgData name="fidele ouedraogo" userId="3a184725f9ae2e2c" providerId="Windows Live" clId="Web-{2896AEB3-D644-EC3F-6F05-D205DF06538E}" dt="2026-07-21T11:48:26.031" v="1081"/>
          <ac:spMkLst>
            <pc:docMk/>
            <pc:sldMk cId="907148248" sldId="286"/>
            <ac:spMk id="7" creationId="{00000000-0000-0000-0000-000000000000}"/>
          </ac:spMkLst>
        </pc:spChg>
        <pc:spChg chg="del">
          <ac:chgData name="fidele ouedraogo" userId="3a184725f9ae2e2c" providerId="Windows Live" clId="Web-{2896AEB3-D644-EC3F-6F05-D205DF06538E}" dt="2026-07-21T11:48:36.078" v="1083"/>
          <ac:spMkLst>
            <pc:docMk/>
            <pc:sldMk cId="907148248" sldId="286"/>
            <ac:spMk id="8" creationId="{00000000-0000-0000-0000-000000000000}"/>
          </ac:spMkLst>
        </pc:spChg>
        <pc:spChg chg="del">
          <ac:chgData name="fidele ouedraogo" userId="3a184725f9ae2e2c" providerId="Windows Live" clId="Web-{2896AEB3-D644-EC3F-6F05-D205DF06538E}" dt="2026-07-21T11:47:59.671" v="1065"/>
          <ac:spMkLst>
            <pc:docMk/>
            <pc:sldMk cId="907148248" sldId="286"/>
            <ac:spMk id="10" creationId="{00000000-0000-0000-0000-000000000000}"/>
          </ac:spMkLst>
        </pc:spChg>
        <pc:picChg chg="add del mod">
          <ac:chgData name="fidele ouedraogo" userId="3a184725f9ae2e2c" providerId="Windows Live" clId="Web-{2896AEB3-D644-EC3F-6F05-D205DF06538E}" dt="2026-07-21T11:48:29.250" v="1082"/>
          <ac:picMkLst>
            <pc:docMk/>
            <pc:sldMk cId="907148248" sldId="286"/>
            <ac:picMk id="3" creationId="{BD8B82C3-79C8-8944-3625-FB306FAB4279}"/>
          </ac:picMkLst>
        </pc:picChg>
        <pc:picChg chg="add mod">
          <ac:chgData name="fidele ouedraogo" userId="3a184725f9ae2e2c" providerId="Windows Live" clId="Web-{2896AEB3-D644-EC3F-6F05-D205DF06538E}" dt="2026-07-21T11:51:41.658" v="1091" actId="14100"/>
          <ac:picMkLst>
            <pc:docMk/>
            <pc:sldMk cId="907148248" sldId="286"/>
            <ac:picMk id="4" creationId="{3392CA5F-757F-60EF-D4FC-3108EF70E9EC}"/>
          </ac:picMkLst>
        </pc:picChg>
        <pc:picChg chg="del">
          <ac:chgData name="fidele ouedraogo" userId="3a184725f9ae2e2c" providerId="Windows Live" clId="Web-{2896AEB3-D644-EC3F-6F05-D205DF06538E}" dt="2026-07-21T11:47:52.890" v="1064"/>
          <ac:picMkLst>
            <pc:docMk/>
            <pc:sldMk cId="907148248" sldId="286"/>
            <ac:picMk id="15" creationId="{7FCFCC27-4DB3-EE18-E38A-3BD98DFB00A2}"/>
          </ac:picMkLst>
        </pc:picChg>
      </pc:sldChg>
      <pc:sldChg chg="addSp delSp modSp add replId">
        <pc:chgData name="fidele ouedraogo" userId="3a184725f9ae2e2c" providerId="Windows Live" clId="Web-{2896AEB3-D644-EC3F-6F05-D205DF06538E}" dt="2026-07-21T10:38:19.313" v="229" actId="20577"/>
        <pc:sldMkLst>
          <pc:docMk/>
          <pc:sldMk cId="3962067141" sldId="289"/>
        </pc:sldMkLst>
        <pc:spChg chg="mod">
          <ac:chgData name="fidele ouedraogo" userId="3a184725f9ae2e2c" providerId="Windows Live" clId="Web-{2896AEB3-D644-EC3F-6F05-D205DF06538E}" dt="2026-07-21T10:09:05.139" v="96" actId="1076"/>
          <ac:spMkLst>
            <pc:docMk/>
            <pc:sldMk cId="3962067141" sldId="289"/>
            <ac:spMk id="2" creationId="{9C5216F6-7DA7-7ED4-6990-242325BCC4E4}"/>
          </ac:spMkLst>
        </pc:spChg>
        <pc:spChg chg="del">
          <ac:chgData name="fidele ouedraogo" userId="3a184725f9ae2e2c" providerId="Windows Live" clId="Web-{2896AEB3-D644-EC3F-6F05-D205DF06538E}" dt="2026-07-21T10:07:22.888" v="74"/>
          <ac:spMkLst>
            <pc:docMk/>
            <pc:sldMk cId="3962067141" sldId="289"/>
            <ac:spMk id="3" creationId="{CD9297F6-0DF5-3595-EE51-7F6A7C45CF42}"/>
          </ac:spMkLst>
        </pc:spChg>
        <pc:spChg chg="del">
          <ac:chgData name="fidele ouedraogo" userId="3a184725f9ae2e2c" providerId="Windows Live" clId="Web-{2896AEB3-D644-EC3F-6F05-D205DF06538E}" dt="2026-07-21T10:07:32.278" v="75"/>
          <ac:spMkLst>
            <pc:docMk/>
            <pc:sldMk cId="3962067141" sldId="289"/>
            <ac:spMk id="4" creationId="{8D705CCC-8C99-45B1-231F-2A715DD93118}"/>
          </ac:spMkLst>
        </pc:spChg>
        <pc:spChg chg="del">
          <ac:chgData name="fidele ouedraogo" userId="3a184725f9ae2e2c" providerId="Windows Live" clId="Web-{2896AEB3-D644-EC3F-6F05-D205DF06538E}" dt="2026-07-21T10:07:41.325" v="76"/>
          <ac:spMkLst>
            <pc:docMk/>
            <pc:sldMk cId="3962067141" sldId="289"/>
            <ac:spMk id="5" creationId="{0C783915-F9DF-6883-C961-B709510EA336}"/>
          </ac:spMkLst>
        </pc:spChg>
        <pc:spChg chg="mod">
          <ac:chgData name="fidele ouedraogo" userId="3a184725f9ae2e2c" providerId="Windows Live" clId="Web-{2896AEB3-D644-EC3F-6F05-D205DF06538E}" dt="2026-07-21T10:09:09.154" v="97" actId="14100"/>
          <ac:spMkLst>
            <pc:docMk/>
            <pc:sldMk cId="3962067141" sldId="289"/>
            <ac:spMk id="6" creationId="{D24C0254-9DBD-5A19-80C4-84DB85987B7B}"/>
          </ac:spMkLst>
        </pc:spChg>
        <pc:spChg chg="del">
          <ac:chgData name="fidele ouedraogo" userId="3a184725f9ae2e2c" providerId="Windows Live" clId="Web-{2896AEB3-D644-EC3F-6F05-D205DF06538E}" dt="2026-07-21T10:07:59.201" v="79"/>
          <ac:spMkLst>
            <pc:docMk/>
            <pc:sldMk cId="3962067141" sldId="289"/>
            <ac:spMk id="7" creationId="{863DE85C-BE5C-AF71-AC8A-E39A0F41D6A4}"/>
          </ac:spMkLst>
        </pc:spChg>
        <pc:spChg chg="del">
          <ac:chgData name="fidele ouedraogo" userId="3a184725f9ae2e2c" providerId="Windows Live" clId="Web-{2896AEB3-D644-EC3F-6F05-D205DF06538E}" dt="2026-07-21T10:07:53.325" v="78"/>
          <ac:spMkLst>
            <pc:docMk/>
            <pc:sldMk cId="3962067141" sldId="289"/>
            <ac:spMk id="8" creationId="{4B1B121F-5D7D-1230-0A8C-C2C48D95754C}"/>
          </ac:spMkLst>
        </pc:spChg>
        <pc:spChg chg="mod">
          <ac:chgData name="fidele ouedraogo" userId="3a184725f9ae2e2c" providerId="Windows Live" clId="Web-{2896AEB3-D644-EC3F-6F05-D205DF06538E}" dt="2026-07-21T10:38:19.313" v="229" actId="20577"/>
          <ac:spMkLst>
            <pc:docMk/>
            <pc:sldMk cId="3962067141" sldId="289"/>
            <ac:spMk id="22" creationId="{67E73BD5-0A2D-8662-CFC1-F215D04939D3}"/>
          </ac:spMkLst>
        </pc:spChg>
        <pc:picChg chg="add mod">
          <ac:chgData name="fidele ouedraogo" userId="3a184725f9ae2e2c" providerId="Windows Live" clId="Web-{2896AEB3-D644-EC3F-6F05-D205DF06538E}" dt="2026-07-21T10:12:13.469" v="105" actId="14100"/>
          <ac:picMkLst>
            <pc:docMk/>
            <pc:sldMk cId="3962067141" sldId="289"/>
            <ac:picMk id="9" creationId="{7F1B2345-6E77-EFC6-79EA-97B91794F37A}"/>
          </ac:picMkLst>
        </pc:picChg>
        <pc:picChg chg="add mod">
          <ac:chgData name="fidele ouedraogo" userId="3a184725f9ae2e2c" providerId="Windows Live" clId="Web-{2896AEB3-D644-EC3F-6F05-D205DF06538E}" dt="2026-07-21T10:13:00.844" v="114" actId="14100"/>
          <ac:picMkLst>
            <pc:docMk/>
            <pc:sldMk cId="3962067141" sldId="289"/>
            <ac:picMk id="10" creationId="{26B9AE5C-43F1-910A-33D4-1206B8A0617B}"/>
          </ac:picMkLst>
        </pc:picChg>
      </pc:sldChg>
      <pc:sldChg chg="addSp delSp modSp add replId">
        <pc:chgData name="fidele ouedraogo" userId="3a184725f9ae2e2c" providerId="Windows Live" clId="Web-{2896AEB3-D644-EC3F-6F05-D205DF06538E}" dt="2026-07-21T10:38:39.063" v="233" actId="20577"/>
        <pc:sldMkLst>
          <pc:docMk/>
          <pc:sldMk cId="2780334372" sldId="290"/>
        </pc:sldMkLst>
        <pc:spChg chg="mod">
          <ac:chgData name="fidele ouedraogo" userId="3a184725f9ae2e2c" providerId="Windows Live" clId="Web-{2896AEB3-D644-EC3F-6F05-D205DF06538E}" dt="2026-07-21T10:18:19.910" v="120" actId="20577"/>
          <ac:spMkLst>
            <pc:docMk/>
            <pc:sldMk cId="2780334372" sldId="290"/>
            <ac:spMk id="2" creationId="{87E46C85-40A6-18C9-7E6E-B3962C34C34B}"/>
          </ac:spMkLst>
        </pc:spChg>
        <pc:spChg chg="add mod">
          <ac:chgData name="fidele ouedraogo" userId="3a184725f9ae2e2c" providerId="Windows Live" clId="Web-{2896AEB3-D644-EC3F-6F05-D205DF06538E}" dt="2026-07-21T10:37:47.703" v="222" actId="20577"/>
          <ac:spMkLst>
            <pc:docMk/>
            <pc:sldMk cId="2780334372" sldId="290"/>
            <ac:spMk id="3" creationId="{4F7FC596-24A6-553A-F696-0BCB71560076}"/>
          </ac:spMkLst>
        </pc:spChg>
        <pc:spChg chg="mod">
          <ac:chgData name="fidele ouedraogo" userId="3a184725f9ae2e2c" providerId="Windows Live" clId="Web-{2896AEB3-D644-EC3F-6F05-D205DF06538E}" dt="2026-07-21T10:19:08.645" v="129" actId="20577"/>
          <ac:spMkLst>
            <pc:docMk/>
            <pc:sldMk cId="2780334372" sldId="290"/>
            <ac:spMk id="6" creationId="{21D44F09-D75A-ECC4-2A5A-0B0C2D0B907F}"/>
          </ac:spMkLst>
        </pc:spChg>
        <pc:spChg chg="mod">
          <ac:chgData name="fidele ouedraogo" userId="3a184725f9ae2e2c" providerId="Windows Live" clId="Web-{2896AEB3-D644-EC3F-6F05-D205DF06538E}" dt="2026-07-21T10:38:39.063" v="233" actId="20577"/>
          <ac:spMkLst>
            <pc:docMk/>
            <pc:sldMk cId="2780334372" sldId="290"/>
            <ac:spMk id="22" creationId="{FEB626B2-3430-F9EA-1812-1DD6530791BC}"/>
          </ac:spMkLst>
        </pc:spChg>
        <pc:picChg chg="add mod">
          <ac:chgData name="fidele ouedraogo" userId="3a184725f9ae2e2c" providerId="Windows Live" clId="Web-{2896AEB3-D644-EC3F-6F05-D205DF06538E}" dt="2026-07-21T10:25:59.118" v="190" actId="1076"/>
          <ac:picMkLst>
            <pc:docMk/>
            <pc:sldMk cId="2780334372" sldId="290"/>
            <ac:picMk id="4" creationId="{F476F9C2-7599-225F-DABD-D54611DD66AD}"/>
          </ac:picMkLst>
        </pc:picChg>
        <pc:picChg chg="add mod">
          <ac:chgData name="fidele ouedraogo" userId="3a184725f9ae2e2c" providerId="Windows Live" clId="Web-{2896AEB3-D644-EC3F-6F05-D205DF06538E}" dt="2026-07-21T10:27:45.759" v="195" actId="1076"/>
          <ac:picMkLst>
            <pc:docMk/>
            <pc:sldMk cId="2780334372" sldId="290"/>
            <ac:picMk id="5" creationId="{804DA6B8-4E6F-076D-87CA-A93884EB4F74}"/>
          </ac:picMkLst>
        </pc:picChg>
        <pc:picChg chg="add mod">
          <ac:chgData name="fidele ouedraogo" userId="3a184725f9ae2e2c" providerId="Windows Live" clId="Web-{2896AEB3-D644-EC3F-6F05-D205DF06538E}" dt="2026-07-21T10:30:14.136" v="203" actId="1076"/>
          <ac:picMkLst>
            <pc:docMk/>
            <pc:sldMk cId="2780334372" sldId="290"/>
            <ac:picMk id="7" creationId="{2C58A40F-2476-7D49-D88D-F01DBC997A55}"/>
          </ac:picMkLst>
        </pc:picChg>
        <pc:picChg chg="add mod">
          <ac:chgData name="fidele ouedraogo" userId="3a184725f9ae2e2c" providerId="Windows Live" clId="Web-{2896AEB3-D644-EC3F-6F05-D205DF06538E}" dt="2026-07-21T10:34:35.670" v="210" actId="14100"/>
          <ac:picMkLst>
            <pc:docMk/>
            <pc:sldMk cId="2780334372" sldId="290"/>
            <ac:picMk id="8" creationId="{DD5B228E-FE96-C506-BACC-B9AF7938C47A}"/>
          </ac:picMkLst>
        </pc:picChg>
        <pc:picChg chg="del">
          <ac:chgData name="fidele ouedraogo" userId="3a184725f9ae2e2c" providerId="Windows Live" clId="Web-{2896AEB3-D644-EC3F-6F05-D205DF06538E}" dt="2026-07-21T10:14:52.580" v="116"/>
          <ac:picMkLst>
            <pc:docMk/>
            <pc:sldMk cId="2780334372" sldId="290"/>
            <ac:picMk id="9" creationId="{5B2BB526-7C11-4DFD-1D4C-DD89624C44B6}"/>
          </ac:picMkLst>
        </pc:picChg>
        <pc:picChg chg="del">
          <ac:chgData name="fidele ouedraogo" userId="3a184725f9ae2e2c" providerId="Windows Live" clId="Web-{2896AEB3-D644-EC3F-6F05-D205DF06538E}" dt="2026-07-21T10:14:55.330" v="117"/>
          <ac:picMkLst>
            <pc:docMk/>
            <pc:sldMk cId="2780334372" sldId="290"/>
            <ac:picMk id="10" creationId="{1BB92A0A-24AA-0F1E-3EC8-0DC7951F33C6}"/>
          </ac:picMkLst>
        </pc:picChg>
        <pc:picChg chg="add mod">
          <ac:chgData name="fidele ouedraogo" userId="3a184725f9ae2e2c" providerId="Windows Live" clId="Web-{2896AEB3-D644-EC3F-6F05-D205DF06538E}" dt="2026-07-21T10:36:42.062" v="219" actId="1076"/>
          <ac:picMkLst>
            <pc:docMk/>
            <pc:sldMk cId="2780334372" sldId="290"/>
            <ac:picMk id="11" creationId="{1A67CAD5-0712-BABE-72AC-38FE9FC94F9F}"/>
          </ac:picMkLst>
        </pc:picChg>
        <pc:picChg chg="add mod">
          <ac:chgData name="fidele ouedraogo" userId="3a184725f9ae2e2c" providerId="Windows Live" clId="Web-{2896AEB3-D644-EC3F-6F05-D205DF06538E}" dt="2026-07-21T10:37:57.813" v="226" actId="1076"/>
          <ac:picMkLst>
            <pc:docMk/>
            <pc:sldMk cId="2780334372" sldId="290"/>
            <ac:picMk id="13" creationId="{257AB4AE-9262-9DDE-335A-CF78E08849F6}"/>
          </ac:picMkLst>
        </pc:picChg>
      </pc:sldChg>
      <pc:sldChg chg="addSp delSp modSp add replId">
        <pc:chgData name="fidele ouedraogo" userId="3a184725f9ae2e2c" providerId="Windows Live" clId="Web-{2896AEB3-D644-EC3F-6F05-D205DF06538E}" dt="2026-07-21T11:07:13.551" v="670" actId="20577"/>
        <pc:sldMkLst>
          <pc:docMk/>
          <pc:sldMk cId="624378015" sldId="291"/>
        </pc:sldMkLst>
        <pc:spChg chg="mod">
          <ac:chgData name="fidele ouedraogo" userId="3a184725f9ae2e2c" providerId="Windows Live" clId="Web-{2896AEB3-D644-EC3F-6F05-D205DF06538E}" dt="2026-07-21T10:58:25.811" v="422" actId="20577"/>
          <ac:spMkLst>
            <pc:docMk/>
            <pc:sldMk cId="624378015" sldId="291"/>
            <ac:spMk id="2" creationId="{1500AE70-4B88-8F99-083E-84CF34CD583F}"/>
          </ac:spMkLst>
        </pc:spChg>
        <pc:spChg chg="del">
          <ac:chgData name="fidele ouedraogo" userId="3a184725f9ae2e2c" providerId="Windows Live" clId="Web-{2896AEB3-D644-EC3F-6F05-D205DF06538E}" dt="2026-07-21T10:58:17.092" v="415"/>
          <ac:spMkLst>
            <pc:docMk/>
            <pc:sldMk cId="624378015" sldId="291"/>
            <ac:spMk id="3" creationId="{F1D9DD18-8448-662F-588A-4E40471D2E6D}"/>
          </ac:spMkLst>
        </pc:spChg>
        <pc:spChg chg="del">
          <ac:chgData name="fidele ouedraogo" userId="3a184725f9ae2e2c" providerId="Windows Live" clId="Web-{2896AEB3-D644-EC3F-6F05-D205DF06538E}" dt="2026-07-21T11:01:57.907" v="565"/>
          <ac:spMkLst>
            <pc:docMk/>
            <pc:sldMk cId="624378015" sldId="291"/>
            <ac:spMk id="10" creationId="{EFBFEBC4-32BB-888C-778B-4167B9138441}"/>
          </ac:spMkLst>
        </pc:spChg>
        <pc:spChg chg="mod">
          <ac:chgData name="fidele ouedraogo" userId="3a184725f9ae2e2c" providerId="Windows Live" clId="Web-{2896AEB3-D644-EC3F-6F05-D205DF06538E}" dt="2026-07-21T11:07:13.551" v="670" actId="20577"/>
          <ac:spMkLst>
            <pc:docMk/>
            <pc:sldMk cId="624378015" sldId="291"/>
            <ac:spMk id="12" creationId="{2F92ECC2-9774-206F-7604-8B320300B5A1}"/>
          </ac:spMkLst>
        </pc:spChg>
        <pc:graphicFrameChg chg="add mod modGraphic">
          <ac:chgData name="fidele ouedraogo" userId="3a184725f9ae2e2c" providerId="Windows Live" clId="Web-{2896AEB3-D644-EC3F-6F05-D205DF06538E}" dt="2026-07-21T11:01:52.172" v="564" actId="1076"/>
          <ac:graphicFrameMkLst>
            <pc:docMk/>
            <pc:sldMk cId="624378015" sldId="291"/>
            <ac:graphicFrameMk id="5" creationId="{4FCF8024-6AE7-5E97-5C4A-F09B9C65B64A}"/>
          </ac:graphicFrameMkLst>
        </pc:graphicFrameChg>
        <pc:graphicFrameChg chg="del">
          <ac:chgData name="fidele ouedraogo" userId="3a184725f9ae2e2c" providerId="Windows Live" clId="Web-{2896AEB3-D644-EC3F-6F05-D205DF06538E}" dt="2026-07-21T10:58:13.092" v="414"/>
          <ac:graphicFrameMkLst>
            <pc:docMk/>
            <pc:sldMk cId="624378015" sldId="291"/>
            <ac:graphicFrameMk id="17" creationId="{B31F9CBB-294F-C177-910B-AD52AC930A8D}"/>
          </ac:graphicFrameMkLst>
        </pc:graphicFrameChg>
      </pc:sldChg>
      <pc:sldChg chg="addSp delSp modSp add replId">
        <pc:chgData name="fidele ouedraogo" userId="3a184725f9ae2e2c" providerId="Windows Live" clId="Web-{2896AEB3-D644-EC3F-6F05-D205DF06538E}" dt="2026-07-21T11:07:38.160" v="725" actId="20577"/>
        <pc:sldMkLst>
          <pc:docMk/>
          <pc:sldMk cId="2979865997" sldId="292"/>
        </pc:sldMkLst>
        <pc:spChg chg="mod">
          <ac:chgData name="fidele ouedraogo" userId="3a184725f9ae2e2c" providerId="Windows Live" clId="Web-{2896AEB3-D644-EC3F-6F05-D205DF06538E}" dt="2026-07-21T11:07:38.160" v="725" actId="20577"/>
          <ac:spMkLst>
            <pc:docMk/>
            <pc:sldMk cId="2979865997" sldId="292"/>
            <ac:spMk id="12" creationId="{EA1AC317-05DE-0BFB-3A0B-B5B1BB0FCE2F}"/>
          </ac:spMkLst>
        </pc:spChg>
        <pc:graphicFrameChg chg="del">
          <ac:chgData name="fidele ouedraogo" userId="3a184725f9ae2e2c" providerId="Windows Live" clId="Web-{2896AEB3-D644-EC3F-6F05-D205DF06538E}" dt="2026-07-21T11:02:23.516" v="567"/>
          <ac:graphicFrameMkLst>
            <pc:docMk/>
            <pc:sldMk cId="2979865997" sldId="292"/>
            <ac:graphicFrameMk id="5" creationId="{1BD7FF02-B571-87C0-3430-AB655B6305FE}"/>
          </ac:graphicFrameMkLst>
        </pc:graphicFrameChg>
        <pc:picChg chg="add mod">
          <ac:chgData name="fidele ouedraogo" userId="3a184725f9ae2e2c" providerId="Windows Live" clId="Web-{2896AEB3-D644-EC3F-6F05-D205DF06538E}" dt="2026-07-21T11:03:39.095" v="572" actId="14100"/>
          <ac:picMkLst>
            <pc:docMk/>
            <pc:sldMk cId="2979865997" sldId="292"/>
            <ac:picMk id="3" creationId="{68D37E49-4753-64DF-D228-275806589145}"/>
          </ac:picMkLst>
        </pc:picChg>
      </pc:sldChg>
    </pc:docChg>
  </pc:docChgLst>
  <pc:docChgLst>
    <pc:chgData name="fidele ouedraogo" userId="3a184725f9ae2e2c" providerId="Windows Live" clId="Web-{CE5C1BEB-9FC1-3BEA-3785-27B1C9BD5693}"/>
    <pc:docChg chg="delSld modSld">
      <pc:chgData name="fidele ouedraogo" userId="3a184725f9ae2e2c" providerId="Windows Live" clId="Web-{CE5C1BEB-9FC1-3BEA-3785-27B1C9BD5693}" dt="2026-07-21T12:24:00.669" v="415" actId="20577"/>
      <pc:docMkLst>
        <pc:docMk/>
      </pc:docMkLst>
      <pc:sldChg chg="delSp modSp">
        <pc:chgData name="fidele ouedraogo" userId="3a184725f9ae2e2c" providerId="Windows Live" clId="Web-{CE5C1BEB-9FC1-3BEA-3785-27B1C9BD5693}" dt="2026-07-21T12:12:23.055" v="407" actId="20577"/>
        <pc:sldMkLst>
          <pc:docMk/>
          <pc:sldMk cId="0" sldId="279"/>
        </pc:sldMkLst>
        <pc:spChg chg="mod">
          <ac:chgData name="fidele ouedraogo" userId="3a184725f9ae2e2c" providerId="Windows Live" clId="Web-{CE5C1BEB-9FC1-3BEA-3785-27B1C9BD5693}" dt="2026-07-21T12:04:21.772" v="291" actId="20577"/>
          <ac:spMkLst>
            <pc:docMk/>
            <pc:sldMk cId="0" sldId="279"/>
            <ac:spMk id="2" creationId="{00000000-0000-0000-0000-000000000000}"/>
          </ac:spMkLst>
        </pc:spChg>
        <pc:spChg chg="mod">
          <ac:chgData name="fidele ouedraogo" userId="3a184725f9ae2e2c" providerId="Windows Live" clId="Web-{CE5C1BEB-9FC1-3BEA-3785-27B1C9BD5693}" dt="2026-07-21T12:05:11.272" v="295"/>
          <ac:spMkLst>
            <pc:docMk/>
            <pc:sldMk cId="0" sldId="279"/>
            <ac:spMk id="4" creationId="{00000000-0000-0000-0000-000000000000}"/>
          </ac:spMkLst>
        </pc:spChg>
        <pc:spChg chg="mod">
          <ac:chgData name="fidele ouedraogo" userId="3a184725f9ae2e2c" providerId="Windows Live" clId="Web-{CE5C1BEB-9FC1-3BEA-3785-27B1C9BD5693}" dt="2026-07-21T12:03:41.178" v="261" actId="20577"/>
          <ac:spMkLst>
            <pc:docMk/>
            <pc:sldMk cId="0" sldId="279"/>
            <ac:spMk id="5" creationId="{00000000-0000-0000-0000-000000000000}"/>
          </ac:spMkLst>
        </pc:spChg>
        <pc:spChg chg="mod">
          <ac:chgData name="fidele ouedraogo" userId="3a184725f9ae2e2c" providerId="Windows Live" clId="Web-{CE5C1BEB-9FC1-3BEA-3785-27B1C9BD5693}" dt="2026-07-21T12:09:56.133" v="401" actId="20577"/>
          <ac:spMkLst>
            <pc:docMk/>
            <pc:sldMk cId="0" sldId="279"/>
            <ac:spMk id="6" creationId="{00000000-0000-0000-0000-000000000000}"/>
          </ac:spMkLst>
        </pc:spChg>
        <pc:spChg chg="mod">
          <ac:chgData name="fidele ouedraogo" userId="3a184725f9ae2e2c" providerId="Windows Live" clId="Web-{CE5C1BEB-9FC1-3BEA-3785-27B1C9BD5693}" dt="2026-07-21T12:05:28.007" v="297"/>
          <ac:spMkLst>
            <pc:docMk/>
            <pc:sldMk cId="0" sldId="279"/>
            <ac:spMk id="8" creationId="{00000000-0000-0000-0000-000000000000}"/>
          </ac:spMkLst>
        </pc:spChg>
        <pc:spChg chg="mod">
          <ac:chgData name="fidele ouedraogo" userId="3a184725f9ae2e2c" providerId="Windows Live" clId="Web-{CE5C1BEB-9FC1-3BEA-3785-27B1C9BD5693}" dt="2026-07-21T12:04:27.631" v="292" actId="20577"/>
          <ac:spMkLst>
            <pc:docMk/>
            <pc:sldMk cId="0" sldId="279"/>
            <ac:spMk id="9" creationId="{00000000-0000-0000-0000-000000000000}"/>
          </ac:spMkLst>
        </pc:spChg>
        <pc:spChg chg="mod">
          <ac:chgData name="fidele ouedraogo" userId="3a184725f9ae2e2c" providerId="Windows Live" clId="Web-{CE5C1BEB-9FC1-3BEA-3785-27B1C9BD5693}" dt="2026-07-21T12:12:23.055" v="407" actId="20577"/>
          <ac:spMkLst>
            <pc:docMk/>
            <pc:sldMk cId="0" sldId="279"/>
            <ac:spMk id="10" creationId="{00000000-0000-0000-0000-000000000000}"/>
          </ac:spMkLst>
        </pc:spChg>
        <pc:spChg chg="del">
          <ac:chgData name="fidele ouedraogo" userId="3a184725f9ae2e2c" providerId="Windows Live" clId="Web-{CE5C1BEB-9FC1-3BEA-3785-27B1C9BD5693}" dt="2026-07-21T12:05:42.538" v="299"/>
          <ac:spMkLst>
            <pc:docMk/>
            <pc:sldMk cId="0" sldId="279"/>
            <ac:spMk id="11" creationId="{00000000-0000-0000-0000-000000000000}"/>
          </ac:spMkLst>
        </pc:spChg>
        <pc:spChg chg="del">
          <ac:chgData name="fidele ouedraogo" userId="3a184725f9ae2e2c" providerId="Windows Live" clId="Web-{CE5C1BEB-9FC1-3BEA-3785-27B1C9BD5693}" dt="2026-07-21T12:05:39.210" v="298"/>
          <ac:spMkLst>
            <pc:docMk/>
            <pc:sldMk cId="0" sldId="279"/>
            <ac:spMk id="12" creationId="{00000000-0000-0000-0000-000000000000}"/>
          </ac:spMkLst>
        </pc:spChg>
        <pc:spChg chg="mod">
          <ac:chgData name="fidele ouedraogo" userId="3a184725f9ae2e2c" providerId="Windows Live" clId="Web-{CE5C1BEB-9FC1-3BEA-3785-27B1C9BD5693}" dt="2026-07-21T12:06:31.882" v="397" actId="20577"/>
          <ac:spMkLst>
            <pc:docMk/>
            <pc:sldMk cId="0" sldId="279"/>
            <ac:spMk id="14" creationId="{00000000-0000-0000-0000-000000000000}"/>
          </ac:spMkLst>
        </pc:spChg>
      </pc:sldChg>
      <pc:sldChg chg="del">
        <pc:chgData name="fidele ouedraogo" userId="3a184725f9ae2e2c" providerId="Windows Live" clId="Web-{CE5C1BEB-9FC1-3BEA-3785-27B1C9BD5693}" dt="2026-07-21T12:06:36.007" v="398"/>
        <pc:sldMkLst>
          <pc:docMk/>
          <pc:sldMk cId="0" sldId="280"/>
        </pc:sldMkLst>
      </pc:sldChg>
      <pc:sldChg chg="addSp delSp modSp">
        <pc:chgData name="fidele ouedraogo" userId="3a184725f9ae2e2c" providerId="Windows Live" clId="Web-{CE5C1BEB-9FC1-3BEA-3785-27B1C9BD5693}" dt="2026-07-21T12:02:43.095" v="260" actId="20577"/>
        <pc:sldMkLst>
          <pc:docMk/>
          <pc:sldMk cId="907148248" sldId="286"/>
        </pc:sldMkLst>
        <pc:spChg chg="mod">
          <ac:chgData name="fidele ouedraogo" userId="3a184725f9ae2e2c" providerId="Windows Live" clId="Web-{CE5C1BEB-9FC1-3BEA-3785-27B1C9BD5693}" dt="2026-07-21T12:02:43.095" v="260" actId="20577"/>
          <ac:spMkLst>
            <pc:docMk/>
            <pc:sldMk cId="907148248" sldId="286"/>
            <ac:spMk id="2" creationId="{00000000-0000-0000-0000-000000000000}"/>
          </ac:spMkLst>
        </pc:spChg>
        <pc:spChg chg="add mod">
          <ac:chgData name="fidele ouedraogo" userId="3a184725f9ae2e2c" providerId="Windows Live" clId="Web-{CE5C1BEB-9FC1-3BEA-3785-27B1C9BD5693}" dt="2026-07-21T12:00:48.673" v="130" actId="20577"/>
          <ac:spMkLst>
            <pc:docMk/>
            <pc:sldMk cId="907148248" sldId="286"/>
            <ac:spMk id="7" creationId="{80C7D34D-F43E-5AFB-F3A2-5C30211C1713}"/>
          </ac:spMkLst>
        </pc:spChg>
        <pc:spChg chg="add mod">
          <ac:chgData name="fidele ouedraogo" userId="3a184725f9ae2e2c" providerId="Windows Live" clId="Web-{CE5C1BEB-9FC1-3BEA-3785-27B1C9BD5693}" dt="2026-07-21T12:00:54.642" v="137" actId="20577"/>
          <ac:spMkLst>
            <pc:docMk/>
            <pc:sldMk cId="907148248" sldId="286"/>
            <ac:spMk id="8" creationId="{BD9B3E8E-3C0E-B0BF-40ED-F05C8E6AE7A1}"/>
          </ac:spMkLst>
        </pc:spChg>
        <pc:spChg chg="add mod">
          <ac:chgData name="fidele ouedraogo" userId="3a184725f9ae2e2c" providerId="Windows Live" clId="Web-{CE5C1BEB-9FC1-3BEA-3785-27B1C9BD5693}" dt="2026-07-21T12:00:08.470" v="84" actId="14100"/>
          <ac:spMkLst>
            <pc:docMk/>
            <pc:sldMk cId="907148248" sldId="286"/>
            <ac:spMk id="9" creationId="{ACA2209D-B8A2-4845-A0D6-2EF9D2579843}"/>
          </ac:spMkLst>
        </pc:spChg>
        <pc:spChg chg="add mod">
          <ac:chgData name="fidele ouedraogo" userId="3a184725f9ae2e2c" providerId="Windows Live" clId="Web-{CE5C1BEB-9FC1-3BEA-3785-27B1C9BD5693}" dt="2026-07-21T12:01:37.626" v="160" actId="20577"/>
          <ac:spMkLst>
            <pc:docMk/>
            <pc:sldMk cId="907148248" sldId="286"/>
            <ac:spMk id="10" creationId="{320B00BC-D30D-6E90-F7D6-9B6A8D365B34}"/>
          </ac:spMkLst>
        </pc:spChg>
        <pc:spChg chg="del">
          <ac:chgData name="fidele ouedraogo" userId="3a184725f9ae2e2c" providerId="Windows Live" clId="Web-{CE5C1BEB-9FC1-3BEA-3785-27B1C9BD5693}" dt="2026-07-21T12:01:59.251" v="162"/>
          <ac:spMkLst>
            <pc:docMk/>
            <pc:sldMk cId="907148248" sldId="286"/>
            <ac:spMk id="11" creationId="{00000000-0000-0000-0000-000000000000}"/>
          </ac:spMkLst>
        </pc:spChg>
        <pc:spChg chg="del">
          <ac:chgData name="fidele ouedraogo" userId="3a184725f9ae2e2c" providerId="Windows Live" clId="Web-{CE5C1BEB-9FC1-3BEA-3785-27B1C9BD5693}" dt="2026-07-21T12:01:55.111" v="161"/>
          <ac:spMkLst>
            <pc:docMk/>
            <pc:sldMk cId="907148248" sldId="286"/>
            <ac:spMk id="12" creationId="{00000000-0000-0000-0000-000000000000}"/>
          </ac:spMkLst>
        </pc:spChg>
        <pc:spChg chg="mod">
          <ac:chgData name="fidele ouedraogo" userId="3a184725f9ae2e2c" providerId="Windows Live" clId="Web-{CE5C1BEB-9FC1-3BEA-3785-27B1C9BD5693}" dt="2026-07-21T12:02:33.455" v="253" actId="20577"/>
          <ac:spMkLst>
            <pc:docMk/>
            <pc:sldMk cId="907148248" sldId="286"/>
            <ac:spMk id="14" creationId="{00000000-0000-0000-0000-000000000000}"/>
          </ac:spMkLst>
        </pc:spChg>
        <pc:picChg chg="add mod">
          <ac:chgData name="fidele ouedraogo" userId="3a184725f9ae2e2c" providerId="Windows Live" clId="Web-{CE5C1BEB-9FC1-3BEA-3785-27B1C9BD5693}" dt="2026-07-21T11:54:57.796" v="23" actId="14100"/>
          <ac:picMkLst>
            <pc:docMk/>
            <pc:sldMk cId="907148248" sldId="286"/>
            <ac:picMk id="3" creationId="{DF55707C-B6FC-8C9E-A58D-2E7D1E967682}"/>
          </ac:picMkLst>
        </pc:picChg>
        <pc:picChg chg="mod">
          <ac:chgData name="fidele ouedraogo" userId="3a184725f9ae2e2c" providerId="Windows Live" clId="Web-{CE5C1BEB-9FC1-3BEA-3785-27B1C9BD5693}" dt="2026-07-21T11:54:54.562" v="22" actId="14100"/>
          <ac:picMkLst>
            <pc:docMk/>
            <pc:sldMk cId="907148248" sldId="286"/>
            <ac:picMk id="4" creationId="{3392CA5F-757F-60EF-D4FC-3108EF70E9EC}"/>
          </ac:picMkLst>
        </pc:picChg>
        <pc:picChg chg="add mod">
          <ac:chgData name="fidele ouedraogo" userId="3a184725f9ae2e2c" providerId="Windows Live" clId="Web-{CE5C1BEB-9FC1-3BEA-3785-27B1C9BD5693}" dt="2026-07-21T11:56:29.391" v="30" actId="14100"/>
          <ac:picMkLst>
            <pc:docMk/>
            <pc:sldMk cId="907148248" sldId="286"/>
            <ac:picMk id="5" creationId="{8EB4F826-47D1-900A-0456-D70C7D5427E8}"/>
          </ac:picMkLst>
        </pc:picChg>
        <pc:picChg chg="add mod">
          <ac:chgData name="fidele ouedraogo" userId="3a184725f9ae2e2c" providerId="Windows Live" clId="Web-{CE5C1BEB-9FC1-3BEA-3785-27B1C9BD5693}" dt="2026-07-21T11:57:19.953" v="36" actId="1076"/>
          <ac:picMkLst>
            <pc:docMk/>
            <pc:sldMk cId="907148248" sldId="286"/>
            <ac:picMk id="6" creationId="{F6C35FC5-88D2-0A2B-92B3-EFAE2A03A7C5}"/>
          </ac:picMkLst>
        </pc:picChg>
      </pc:sldChg>
      <pc:sldChg chg="modSp">
        <pc:chgData name="fidele ouedraogo" userId="3a184725f9ae2e2c" providerId="Windows Live" clId="Web-{CE5C1BEB-9FC1-3BEA-3785-27B1C9BD5693}" dt="2026-07-21T12:24:00.669" v="415" actId="20577"/>
        <pc:sldMkLst>
          <pc:docMk/>
          <pc:sldMk cId="3962067141" sldId="289"/>
        </pc:sldMkLst>
        <pc:spChg chg="mod">
          <ac:chgData name="fidele ouedraogo" userId="3a184725f9ae2e2c" providerId="Windows Live" clId="Web-{CE5C1BEB-9FC1-3BEA-3785-27B1C9BD5693}" dt="2026-07-21T12:24:00.669" v="415" actId="20577"/>
          <ac:spMkLst>
            <pc:docMk/>
            <pc:sldMk cId="3962067141" sldId="289"/>
            <ac:spMk id="2" creationId="{9C5216F6-7DA7-7ED4-6990-242325BCC4E4}"/>
          </ac:spMkLst>
        </pc:spChg>
      </pc:sldChg>
    </pc:docChg>
  </pc:docChgLst>
  <pc:docChgLst>
    <pc:chgData name="fidele ouedraogo" userId="3a184725f9ae2e2c" providerId="Windows Live" clId="Web-{A2DF8AFA-D2CD-9C43-D754-0693AD2515D5}"/>
    <pc:docChg chg="addSld delSld modSld">
      <pc:chgData name="fidele ouedraogo" userId="3a184725f9ae2e2c" providerId="Windows Live" clId="Web-{A2DF8AFA-D2CD-9C43-D754-0693AD2515D5}" dt="2026-07-21T09:47:06.959" v="589" actId="20577"/>
      <pc:docMkLst>
        <pc:docMk/>
      </pc:docMkLst>
      <pc:sldChg chg="modSp">
        <pc:chgData name="fidele ouedraogo" userId="3a184725f9ae2e2c" providerId="Windows Live" clId="Web-{A2DF8AFA-D2CD-9C43-D754-0693AD2515D5}" dt="2026-07-21T08:34:14.124" v="52" actId="20577"/>
        <pc:sldMkLst>
          <pc:docMk/>
          <pc:sldMk cId="0" sldId="256"/>
        </pc:sldMkLst>
        <pc:spChg chg="mod">
          <ac:chgData name="fidele ouedraogo" userId="3a184725f9ae2e2c" providerId="Windows Live" clId="Web-{A2DF8AFA-D2CD-9C43-D754-0693AD2515D5}" dt="2026-07-21T08:33:25.499" v="48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33:33.890" v="5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34:14.124" v="52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">
        <pc:chgData name="fidele ouedraogo" userId="3a184725f9ae2e2c" providerId="Windows Live" clId="Web-{A2DF8AFA-D2CD-9C43-D754-0693AD2515D5}" dt="2026-07-21T08:55:51.745" v="336" actId="20577"/>
        <pc:sldMkLst>
          <pc:docMk/>
          <pc:sldMk cId="0" sldId="257"/>
        </pc:sldMkLst>
        <pc:spChg chg="mod">
          <ac:chgData name="fidele ouedraogo" userId="3a184725f9ae2e2c" providerId="Windows Live" clId="Web-{A2DF8AFA-D2CD-9C43-D754-0693AD2515D5}" dt="2026-07-21T08:12:19.019" v="1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37:13.454" v="156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55:51.745" v="336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31:20.498" v="43" actId="20577"/>
          <ac:spMkLst>
            <pc:docMk/>
            <pc:sldMk cId="0" sldId="257"/>
            <ac:spMk id="11" creationId="{00000000-0000-0000-0000-000000000000}"/>
          </ac:spMkLst>
        </pc:spChg>
      </pc:sldChg>
      <pc:sldChg chg="delSp modSp">
        <pc:chgData name="fidele ouedraogo" userId="3a184725f9ae2e2c" providerId="Windows Live" clId="Web-{A2DF8AFA-D2CD-9C43-D754-0693AD2515D5}" dt="2026-07-21T08:54:50.682" v="317" actId="20577"/>
        <pc:sldMkLst>
          <pc:docMk/>
          <pc:sldMk cId="0" sldId="258"/>
        </pc:sldMkLst>
        <pc:spChg chg="mod">
          <ac:chgData name="fidele ouedraogo" userId="3a184725f9ae2e2c" providerId="Windows Live" clId="Web-{A2DF8AFA-D2CD-9C43-D754-0693AD2515D5}" dt="2026-07-21T08:50:11.398" v="211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51:58.931" v="226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53:35.885" v="245" actId="20577"/>
          <ac:spMkLst>
            <pc:docMk/>
            <pc:sldMk cId="0" sldId="258"/>
            <ac:spMk id="7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8:15.429" v="190"/>
          <ac:spMkLst>
            <pc:docMk/>
            <pc:sldMk cId="0" sldId="258"/>
            <ac:spMk id="8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8:25.210" v="193"/>
          <ac:spMkLst>
            <pc:docMk/>
            <pc:sldMk cId="0" sldId="258"/>
            <ac:spMk id="9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8:20.538" v="191"/>
          <ac:spMkLst>
            <pc:docMk/>
            <pc:sldMk cId="0" sldId="258"/>
            <ac:spMk id="11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8:30.429" v="19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52:11.149" v="228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50:36.852" v="216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52:07.743" v="227" actId="1410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53:20.681" v="244" actId="20577"/>
          <ac:spMkLst>
            <pc:docMk/>
            <pc:sldMk cId="0" sldId="258"/>
            <ac:spMk id="17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9:14.476" v="200"/>
          <ac:spMkLst>
            <pc:docMk/>
            <pc:sldMk cId="0" sldId="258"/>
            <ac:spMk id="18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9:21.070" v="202"/>
          <ac:spMkLst>
            <pc:docMk/>
            <pc:sldMk cId="0" sldId="258"/>
            <ac:spMk id="19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9:31.492" v="203"/>
          <ac:spMkLst>
            <pc:docMk/>
            <pc:sldMk cId="0" sldId="258"/>
            <ac:spMk id="21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9:38.617" v="204"/>
          <ac:spMkLst>
            <pc:docMk/>
            <pc:sldMk cId="0" sldId="258"/>
            <ac:spMk id="22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8:50.585" v="195"/>
          <ac:spMkLst>
            <pc:docMk/>
            <pc:sldMk cId="0" sldId="258"/>
            <ac:spMk id="23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8:57.570" v="197"/>
          <ac:spMkLst>
            <pc:docMk/>
            <pc:sldMk cId="0" sldId="258"/>
            <ac:spMk id="24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9:02.210" v="19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9:10.054" v="199"/>
          <ac:spMkLst>
            <pc:docMk/>
            <pc:sldMk cId="0" sldId="258"/>
            <ac:spMk id="27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9:45.508" v="206"/>
          <ac:spMkLst>
            <pc:docMk/>
            <pc:sldMk cId="0" sldId="258"/>
            <ac:spMk id="28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9:50.258" v="20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9:42.289" v="205"/>
          <ac:spMkLst>
            <pc:docMk/>
            <pc:sldMk cId="0" sldId="258"/>
            <ac:spMk id="31" creationId="{00000000-0000-0000-0000-000000000000}"/>
          </ac:spMkLst>
        </pc:spChg>
        <pc:spChg chg="del">
          <ac:chgData name="fidele ouedraogo" userId="3a184725f9ae2e2c" providerId="Windows Live" clId="Web-{A2DF8AFA-D2CD-9C43-D754-0693AD2515D5}" dt="2026-07-21T08:49:55.555" v="209"/>
          <ac:spMkLst>
            <pc:docMk/>
            <pc:sldMk cId="0" sldId="258"/>
            <ac:spMk id="32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8:54:50.682" v="317" actId="20577"/>
          <ac:spMkLst>
            <pc:docMk/>
            <pc:sldMk cId="0" sldId="258"/>
            <ac:spMk id="34" creationId="{00000000-0000-0000-0000-000000000000}"/>
          </ac:spMkLst>
        </pc:spChg>
        <pc:picChg chg="del">
          <ac:chgData name="fidele ouedraogo" userId="3a184725f9ae2e2c" providerId="Windows Live" clId="Web-{A2DF8AFA-D2CD-9C43-D754-0693AD2515D5}" dt="2026-07-21T08:48:23.101" v="192"/>
          <ac:picMkLst>
            <pc:docMk/>
            <pc:sldMk cId="0" sldId="258"/>
            <ac:picMk id="10" creationId="{00000000-0000-0000-0000-000000000000}"/>
          </ac:picMkLst>
        </pc:picChg>
        <pc:picChg chg="mod">
          <ac:chgData name="fidele ouedraogo" userId="3a184725f9ae2e2c" providerId="Windows Live" clId="Web-{A2DF8AFA-D2CD-9C43-D754-0693AD2515D5}" dt="2026-07-21T08:50:33.024" v="215" actId="1076"/>
          <ac:picMkLst>
            <pc:docMk/>
            <pc:sldMk cId="0" sldId="258"/>
            <ac:picMk id="15" creationId="{00000000-0000-0000-0000-000000000000}"/>
          </ac:picMkLst>
        </pc:picChg>
        <pc:picChg chg="del">
          <ac:chgData name="fidele ouedraogo" userId="3a184725f9ae2e2c" providerId="Windows Live" clId="Web-{A2DF8AFA-D2CD-9C43-D754-0693AD2515D5}" dt="2026-07-21T08:49:17.757" v="201"/>
          <ac:picMkLst>
            <pc:docMk/>
            <pc:sldMk cId="0" sldId="258"/>
            <ac:picMk id="20" creationId="{00000000-0000-0000-0000-000000000000}"/>
          </ac:picMkLst>
        </pc:picChg>
        <pc:picChg chg="del">
          <ac:chgData name="fidele ouedraogo" userId="3a184725f9ae2e2c" providerId="Windows Live" clId="Web-{A2DF8AFA-D2CD-9C43-D754-0693AD2515D5}" dt="2026-07-21T08:48:55.195" v="196"/>
          <ac:picMkLst>
            <pc:docMk/>
            <pc:sldMk cId="0" sldId="258"/>
            <ac:picMk id="25" creationId="{00000000-0000-0000-0000-000000000000}"/>
          </ac:picMkLst>
        </pc:picChg>
        <pc:picChg chg="del">
          <ac:chgData name="fidele ouedraogo" userId="3a184725f9ae2e2c" providerId="Windows Live" clId="Web-{A2DF8AFA-D2CD-9C43-D754-0693AD2515D5}" dt="2026-07-21T08:49:47.867" v="207"/>
          <ac:picMkLst>
            <pc:docMk/>
            <pc:sldMk cId="0" sldId="258"/>
            <ac:picMk id="30" creationId="{00000000-0000-0000-0000-000000000000}"/>
          </ac:picMkLst>
        </pc:picChg>
      </pc:sldChg>
      <pc:sldChg chg="modSp">
        <pc:chgData name="fidele ouedraogo" userId="3a184725f9ae2e2c" providerId="Windows Live" clId="Web-{A2DF8AFA-D2CD-9C43-D754-0693AD2515D5}" dt="2026-07-21T09:03:02.358" v="364" actId="20577"/>
        <pc:sldMkLst>
          <pc:docMk/>
          <pc:sldMk cId="0" sldId="259"/>
        </pc:sldMkLst>
        <pc:spChg chg="mod">
          <ac:chgData name="fidele ouedraogo" userId="3a184725f9ae2e2c" providerId="Windows Live" clId="Web-{A2DF8AFA-D2CD-9C43-D754-0693AD2515D5}" dt="2026-07-21T09:02:33.686" v="339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9:03:02.358" v="364" actId="20577"/>
          <ac:spMkLst>
            <pc:docMk/>
            <pc:sldMk cId="0" sldId="259"/>
            <ac:spMk id="6" creationId="{00000000-0000-0000-0000-000000000000}"/>
          </ac:spMkLst>
        </pc:spChg>
      </pc:sldChg>
      <pc:sldChg chg="del">
        <pc:chgData name="fidele ouedraogo" userId="3a184725f9ae2e2c" providerId="Windows Live" clId="Web-{A2DF8AFA-D2CD-9C43-D754-0693AD2515D5}" dt="2026-07-21T09:03:21.296" v="365"/>
        <pc:sldMkLst>
          <pc:docMk/>
          <pc:sldMk cId="0" sldId="260"/>
        </pc:sldMkLst>
      </pc:sldChg>
      <pc:sldChg chg="del">
        <pc:chgData name="fidele ouedraogo" userId="3a184725f9ae2e2c" providerId="Windows Live" clId="Web-{A2DF8AFA-D2CD-9C43-D754-0693AD2515D5}" dt="2026-07-21T09:25:40.729" v="409"/>
        <pc:sldMkLst>
          <pc:docMk/>
          <pc:sldMk cId="0" sldId="261"/>
        </pc:sldMkLst>
      </pc:sldChg>
      <pc:sldChg chg="modSp">
        <pc:chgData name="fidele ouedraogo" userId="3a184725f9ae2e2c" providerId="Windows Live" clId="Web-{A2DF8AFA-D2CD-9C43-D754-0693AD2515D5}" dt="2026-07-21T09:28:46.434" v="454" actId="20577"/>
        <pc:sldMkLst>
          <pc:docMk/>
          <pc:sldMk cId="0" sldId="265"/>
        </pc:sldMkLst>
        <pc:spChg chg="mod">
          <ac:chgData name="fidele ouedraogo" userId="3a184725f9ae2e2c" providerId="Windows Live" clId="Web-{A2DF8AFA-D2CD-9C43-D754-0693AD2515D5}" dt="2026-07-21T09:27:54.543" v="425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fidele ouedraogo" userId="3a184725f9ae2e2c" providerId="Windows Live" clId="Web-{A2DF8AFA-D2CD-9C43-D754-0693AD2515D5}" dt="2026-07-21T09:28:46.434" v="454" actId="20577"/>
          <ac:spMkLst>
            <pc:docMk/>
            <pc:sldMk cId="0" sldId="265"/>
            <ac:spMk id="6" creationId="{00000000-0000-0000-0000-000000000000}"/>
          </ac:spMkLst>
        </pc:spChg>
      </pc:sldChg>
      <pc:sldChg chg="del">
        <pc:chgData name="fidele ouedraogo" userId="3a184725f9ae2e2c" providerId="Windows Live" clId="Web-{A2DF8AFA-D2CD-9C43-D754-0693AD2515D5}" dt="2026-07-21T09:29:13.247" v="455"/>
        <pc:sldMkLst>
          <pc:docMk/>
          <pc:sldMk cId="1069897934" sldId="283"/>
        </pc:sldMkLst>
      </pc:sldChg>
      <pc:sldChg chg="modSp">
        <pc:chgData name="fidele ouedraogo" userId="3a184725f9ae2e2c" providerId="Windows Live" clId="Web-{A2DF8AFA-D2CD-9C43-D754-0693AD2515D5}" dt="2026-07-21T09:47:06.959" v="589" actId="20577"/>
        <pc:sldMkLst>
          <pc:docMk/>
          <pc:sldMk cId="705573907" sldId="284"/>
        </pc:sldMkLst>
        <pc:spChg chg="mod">
          <ac:chgData name="fidele ouedraogo" userId="3a184725f9ae2e2c" providerId="Windows Live" clId="Web-{A2DF8AFA-D2CD-9C43-D754-0693AD2515D5}" dt="2026-07-21T09:40:03.283" v="569" actId="20577"/>
          <ac:spMkLst>
            <pc:docMk/>
            <pc:sldMk cId="705573907" sldId="284"/>
            <ac:spMk id="2" creationId="{30FA5E67-1663-90E0-F223-198926DDBADA}"/>
          </ac:spMkLst>
        </pc:spChg>
        <pc:spChg chg="mod">
          <ac:chgData name="fidele ouedraogo" userId="3a184725f9ae2e2c" providerId="Windows Live" clId="Web-{A2DF8AFA-D2CD-9C43-D754-0693AD2515D5}" dt="2026-07-21T09:39:03.424" v="564" actId="1076"/>
          <ac:spMkLst>
            <pc:docMk/>
            <pc:sldMk cId="705573907" sldId="284"/>
            <ac:spMk id="4" creationId="{3DB0FD28-2C83-C509-AE9D-FFEDC5707D0E}"/>
          </ac:spMkLst>
        </pc:spChg>
        <pc:spChg chg="mod">
          <ac:chgData name="fidele ouedraogo" userId="3a184725f9ae2e2c" providerId="Windows Live" clId="Web-{A2DF8AFA-D2CD-9C43-D754-0693AD2515D5}" dt="2026-07-21T09:41:20.268" v="573" actId="20577"/>
          <ac:spMkLst>
            <pc:docMk/>
            <pc:sldMk cId="705573907" sldId="284"/>
            <ac:spMk id="5" creationId="{CF1F1B76-E50C-5E9C-61CE-08A49B8FA1FF}"/>
          </ac:spMkLst>
        </pc:spChg>
        <pc:spChg chg="mod">
          <ac:chgData name="fidele ouedraogo" userId="3a184725f9ae2e2c" providerId="Windows Live" clId="Web-{A2DF8AFA-D2CD-9C43-D754-0693AD2515D5}" dt="2026-07-21T09:44:17.176" v="582" actId="20577"/>
          <ac:spMkLst>
            <pc:docMk/>
            <pc:sldMk cId="705573907" sldId="284"/>
            <ac:spMk id="7" creationId="{C52430D6-05DB-6411-AB93-8E1E0AB27320}"/>
          </ac:spMkLst>
        </pc:spChg>
        <pc:spChg chg="mod">
          <ac:chgData name="fidele ouedraogo" userId="3a184725f9ae2e2c" providerId="Windows Live" clId="Web-{A2DF8AFA-D2CD-9C43-D754-0693AD2515D5}" dt="2026-07-21T09:44:23.911" v="583" actId="1076"/>
          <ac:spMkLst>
            <pc:docMk/>
            <pc:sldMk cId="705573907" sldId="284"/>
            <ac:spMk id="8" creationId="{25DB451B-06A4-FEED-2135-11AA038F07E6}"/>
          </ac:spMkLst>
        </pc:spChg>
        <pc:spChg chg="mod">
          <ac:chgData name="fidele ouedraogo" userId="3a184725f9ae2e2c" providerId="Windows Live" clId="Web-{A2DF8AFA-D2CD-9C43-D754-0693AD2515D5}" dt="2026-07-21T09:45:37.083" v="588" actId="14100"/>
          <ac:spMkLst>
            <pc:docMk/>
            <pc:sldMk cId="705573907" sldId="284"/>
            <ac:spMk id="11" creationId="{12F1B5B3-926A-91AB-263D-D85D4CD68BE6}"/>
          </ac:spMkLst>
        </pc:spChg>
        <pc:spChg chg="mod">
          <ac:chgData name="fidele ouedraogo" userId="3a184725f9ae2e2c" providerId="Windows Live" clId="Web-{A2DF8AFA-D2CD-9C43-D754-0693AD2515D5}" dt="2026-07-21T09:47:06.959" v="589" actId="20577"/>
          <ac:spMkLst>
            <pc:docMk/>
            <pc:sldMk cId="705573907" sldId="284"/>
            <ac:spMk id="12" creationId="{0A8059AD-F47C-0C3E-43E6-CB43A9289E3E}"/>
          </ac:spMkLst>
        </pc:spChg>
        <pc:spChg chg="mod">
          <ac:chgData name="fidele ouedraogo" userId="3a184725f9ae2e2c" providerId="Windows Live" clId="Web-{A2DF8AFA-D2CD-9C43-D754-0693AD2515D5}" dt="2026-07-21T09:29:58.028" v="545" actId="20577"/>
          <ac:spMkLst>
            <pc:docMk/>
            <pc:sldMk cId="705573907" sldId="284"/>
            <ac:spMk id="22" creationId="{D33B3699-33D9-C864-050E-AC037B114EE2}"/>
          </ac:spMkLst>
        </pc:spChg>
      </pc:sldChg>
      <pc:sldChg chg="add del replId">
        <pc:chgData name="fidele ouedraogo" userId="3a184725f9ae2e2c" providerId="Windows Live" clId="Web-{A2DF8AFA-D2CD-9C43-D754-0693AD2515D5}" dt="2026-07-21T09:04:50.078" v="368"/>
        <pc:sldMkLst>
          <pc:docMk/>
          <pc:sldMk cId="3621770516" sldId="287"/>
        </pc:sldMkLst>
      </pc:sldChg>
      <pc:sldChg chg="modSp add replId">
        <pc:chgData name="fidele ouedraogo" userId="3a184725f9ae2e2c" providerId="Windows Live" clId="Web-{A2DF8AFA-D2CD-9C43-D754-0693AD2515D5}" dt="2026-07-21T09:25:35.604" v="408" actId="20577"/>
        <pc:sldMkLst>
          <pc:docMk/>
          <pc:sldMk cId="300884030" sldId="288"/>
        </pc:sldMkLst>
        <pc:spChg chg="mod">
          <ac:chgData name="fidele ouedraogo" userId="3a184725f9ae2e2c" providerId="Windows Live" clId="Web-{A2DF8AFA-D2CD-9C43-D754-0693AD2515D5}" dt="2026-07-21T09:25:03.885" v="402" actId="20577"/>
          <ac:spMkLst>
            <pc:docMk/>
            <pc:sldMk cId="300884030" sldId="288"/>
            <ac:spMk id="2" creationId="{E2ABA7EA-2FFE-A013-D902-DA9790882EFD}"/>
          </ac:spMkLst>
        </pc:spChg>
        <pc:spChg chg="mod">
          <ac:chgData name="fidele ouedraogo" userId="3a184725f9ae2e2c" providerId="Windows Live" clId="Web-{A2DF8AFA-D2CD-9C43-D754-0693AD2515D5}" dt="2026-07-21T09:05:48.594" v="380" actId="20577"/>
          <ac:spMkLst>
            <pc:docMk/>
            <pc:sldMk cId="300884030" sldId="288"/>
            <ac:spMk id="4" creationId="{7A72EBEC-8496-DFB0-746F-646A060EFCFF}"/>
          </ac:spMkLst>
        </pc:spChg>
        <pc:spChg chg="mod">
          <ac:chgData name="fidele ouedraogo" userId="3a184725f9ae2e2c" providerId="Windows Live" clId="Web-{A2DF8AFA-D2CD-9C43-D754-0693AD2515D5}" dt="2026-07-21T09:20:49.102" v="392" actId="20577"/>
          <ac:spMkLst>
            <pc:docMk/>
            <pc:sldMk cId="300884030" sldId="288"/>
            <ac:spMk id="5" creationId="{9CFC0939-DADA-51BF-A7D7-0C4C2238B941}"/>
          </ac:spMkLst>
        </pc:spChg>
        <pc:spChg chg="mod">
          <ac:chgData name="fidele ouedraogo" userId="3a184725f9ae2e2c" providerId="Windows Live" clId="Web-{A2DF8AFA-D2CD-9C43-D754-0693AD2515D5}" dt="2026-07-21T09:06:27.391" v="385"/>
          <ac:spMkLst>
            <pc:docMk/>
            <pc:sldMk cId="300884030" sldId="288"/>
            <ac:spMk id="7" creationId="{57330DB3-5BAD-9472-CD1B-039EEC85BA18}"/>
          </ac:spMkLst>
        </pc:spChg>
        <pc:spChg chg="mod">
          <ac:chgData name="fidele ouedraogo" userId="3a184725f9ae2e2c" providerId="Windows Live" clId="Web-{A2DF8AFA-D2CD-9C43-D754-0693AD2515D5}" dt="2026-07-21T09:06:13.063" v="384" actId="20577"/>
          <ac:spMkLst>
            <pc:docMk/>
            <pc:sldMk cId="300884030" sldId="288"/>
            <ac:spMk id="8" creationId="{5B484395-2E4F-F1CE-574D-F9442BB1A59A}"/>
          </ac:spMkLst>
        </pc:spChg>
        <pc:spChg chg="mod">
          <ac:chgData name="fidele ouedraogo" userId="3a184725f9ae2e2c" providerId="Windows Live" clId="Web-{A2DF8AFA-D2CD-9C43-D754-0693AD2515D5}" dt="2026-07-21T09:21:21.383" v="395" actId="20577"/>
          <ac:spMkLst>
            <pc:docMk/>
            <pc:sldMk cId="300884030" sldId="288"/>
            <ac:spMk id="9" creationId="{89694A5F-73AB-7D8D-083F-E48C9DC4CB04}"/>
          </ac:spMkLst>
        </pc:spChg>
        <pc:spChg chg="mod">
          <ac:chgData name="fidele ouedraogo" userId="3a184725f9ae2e2c" providerId="Windows Live" clId="Web-{A2DF8AFA-D2CD-9C43-D754-0693AD2515D5}" dt="2026-07-21T09:25:35.604" v="408" actId="20577"/>
          <ac:spMkLst>
            <pc:docMk/>
            <pc:sldMk cId="300884030" sldId="288"/>
            <ac:spMk id="10" creationId="{D377A399-02DC-79A6-56FA-D87744EE44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977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2484-0AC2-1957-EADD-2E28C6D25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602CD-A863-E73D-E5E3-64501A3D2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30FE4-FBB0-3A1A-EAB9-DEA686208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6373A-19F3-A96B-CBD2-D94C347C1E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72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CFE5D-A5F8-0783-B4B5-7F99C79F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7421E-A35D-A546-550F-29809CCDA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C3D7B-1D3C-4D2A-6976-E855D34F0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8923D-02C4-D3E8-7AF5-ABA92FAC4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43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EB9F-7505-24A3-1163-23BA844D2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EC636-9BB7-FB65-B3B9-6F5279686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2BFA4-1209-5532-1A81-58D75D697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805F6-9575-5F56-FBC3-F071DA36AA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97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3A473-5C73-9DC0-EE2D-9D86DC77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946D5-3600-6085-63DB-188835FBC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DF23F-09F2-93B1-9206-FF964A117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91669-8300-16E5-1160-0FD3ACB07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34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2BDEE-C316-9933-C51D-AE88F9E10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D8EEF-DD54-8FF0-00FD-980F27D66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F587C-FD96-DDD3-9CBE-111A02273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D8984-C0EE-A956-41AB-FEC5DC3B0C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83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9863-EDA4-1B6D-8AB3-3F3A6AC9F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59443-22F8-F121-C162-9A3725222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F3C91-3A83-0025-20C8-7A48AF542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D421C-3615-8397-39CF-359EFBD34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25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2C66D-CABF-0DC5-D5BC-702B36CC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237EB-2ACF-EA2F-5BDB-D6E4497D8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FB9E5-2212-6175-CB38-4E354B426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7852A-125E-D47D-03B2-8419F9A431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64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29000" y="2528317"/>
            <a:ext cx="2286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>
                <a:solidFill>
                  <a:srgbClr val="FFFFFF"/>
                </a:solidFill>
                <a:latin typeface="Calibri"/>
                <a:ea typeface="+mn-lt"/>
                <a:cs typeface="+mn-lt"/>
              </a:rPr>
              <a:t>XAI</a:t>
            </a:r>
            <a:r>
              <a:rPr lang="en-US" sz="4000">
                <a:solidFill>
                  <a:srgbClr val="FFFFFF"/>
                </a:solidFill>
                <a:ea typeface="+mn-lt"/>
                <a:cs typeface="+mn-lt"/>
              </a:rPr>
              <a:t>: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>
                <a:solidFill>
                  <a:srgbClr val="22D3EE"/>
                </a:solidFill>
                <a:ea typeface="+mn-lt"/>
                <a:cs typeface="+mn-lt"/>
              </a:rPr>
              <a:t>Explainability for Graph Neural Networks</a:t>
            </a:r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0" y="2766061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OUEDRAOGO Fidèle</a:t>
            </a:r>
          </a:p>
          <a:p>
            <a:pPr marL="0" indent="0" algn="ctr">
              <a:buNone/>
            </a:pPr>
            <a:endParaRPr lang="en-US" sz="1300">
              <a:solidFill>
                <a:schemeClr val="bg1"/>
              </a:solidFill>
            </a:endParaRPr>
          </a:p>
          <a:p>
            <a:pPr algn="ctr"/>
            <a:r>
              <a:rPr lang="en-US" sz="13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Pr. </a:t>
            </a: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Christine </a:t>
            </a:r>
            <a:r>
              <a:rPr lang="en-US" sz="1300" err="1">
                <a:solidFill>
                  <a:schemeClr val="bg1"/>
                </a:solidFill>
                <a:ea typeface="+mn-lt"/>
                <a:cs typeface="+mn-lt"/>
              </a:rPr>
              <a:t>Largeron</a:t>
            </a:r>
            <a:r>
              <a:rPr lang="en-US" sz="13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sz="13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·  Pr. </a:t>
            </a: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Haifei Zhang</a:t>
            </a:r>
          </a:p>
        </p:txBody>
      </p:sp>
      <p:sp>
        <p:nvSpPr>
          <p:cNvPr id="8" name="Text 6"/>
          <p:cNvSpPr/>
          <p:nvPr/>
        </p:nvSpPr>
        <p:spPr>
          <a:xfrm>
            <a:off x="0" y="4656667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>
                <a:solidFill>
                  <a:srgbClr val="94A3B8"/>
                </a:solidFill>
                <a:ea typeface="+mn-lt"/>
                <a:cs typeface="+mn-lt"/>
              </a:rPr>
              <a:t>Presentation — July 21, 2026</a:t>
            </a:r>
            <a:endParaRPr lang="fr-FR">
              <a:ea typeface="+mn-lt"/>
              <a:cs typeface="+mn-lt"/>
            </a:endParaRPr>
          </a:p>
          <a:p>
            <a:pPr algn="ctr"/>
            <a:r>
              <a:rPr lang="en-US" sz="1000" b="1">
                <a:solidFill>
                  <a:srgbClr val="94A3B8"/>
                </a:solidFill>
                <a:ea typeface="+mn-lt"/>
                <a:cs typeface="+mn-lt"/>
              </a:rPr>
              <a:t>Master’s degree (2nd year) in </a:t>
            </a:r>
            <a:r>
              <a:rPr lang="en-US" sz="1000" b="1" err="1">
                <a:solidFill>
                  <a:srgbClr val="94A3B8"/>
                </a:solidFill>
                <a:ea typeface="+mn-lt"/>
                <a:cs typeface="+mn-lt"/>
              </a:rPr>
              <a:t>DataScale</a:t>
            </a:r>
            <a:r>
              <a:rPr lang="en-US" sz="1000" b="1">
                <a:solidFill>
                  <a:srgbClr val="94A3B8"/>
                </a:solidFill>
                <a:ea typeface="+mn-lt"/>
                <a:cs typeface="+mn-lt"/>
              </a:rPr>
              <a:t>/ Jean Monnet University</a:t>
            </a:r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Context and Motivation</a:t>
            </a:r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The Challenge of GNNs</a:t>
            </a:r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38328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High-performing GNN models but </a:t>
            </a:r>
            <a:r>
              <a:rPr lang="en-US" sz="1200" b="1">
                <a:solidFill>
                  <a:srgbClr val="1E293B"/>
                </a:solidFill>
                <a:ea typeface="+mn-lt"/>
                <a:cs typeface="+mn-lt"/>
              </a:rPr>
              <a:t>black boxes</a:t>
            </a:r>
            <a:endParaRPr lang="en-US" sz="1200" b="1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Difficulty understanding </a:t>
            </a:r>
            <a:r>
              <a:rPr lang="en-US" sz="1200" b="1">
                <a:solidFill>
                  <a:srgbClr val="1E293B"/>
                </a:solidFill>
                <a:ea typeface="+mn-lt"/>
                <a:cs typeface="+mn-lt"/>
              </a:rPr>
              <a:t>why a prediction is</a:t>
            </a: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1E293B"/>
                </a:solidFill>
                <a:ea typeface="+mn-lt"/>
                <a:cs typeface="+mn-lt"/>
              </a:rPr>
              <a:t>made</a:t>
            </a:r>
            <a:endParaRPr lang="en-US" b="1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Need for </a:t>
            </a:r>
            <a:r>
              <a:rPr lang="en-US" sz="1200" b="1">
                <a:solidFill>
                  <a:srgbClr val="1E293B"/>
                </a:solidFill>
                <a:ea typeface="+mn-lt"/>
                <a:cs typeface="+mn-lt"/>
              </a:rPr>
              <a:t>trust and explainability</a:t>
            </a: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 in 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critical domains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200" b="1">
              <a:solidFill>
                <a:srgbClr val="1E293B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20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73930" y="1097280"/>
            <a:ext cx="40309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64008" cy="3474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74920" y="1234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EF4444"/>
                </a:solidFill>
                <a:latin typeface="Georgia"/>
                <a:ea typeface="+mn-lt"/>
                <a:cs typeface="+mn-lt"/>
              </a:rPr>
              <a:t>Limitations of Existing Explainers</a:t>
            </a:r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74920" y="1708695"/>
            <a:ext cx="3542937" cy="2357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50" b="1">
                <a:ea typeface="+mn-lt"/>
                <a:cs typeface="+mn-lt"/>
              </a:rPr>
              <a:t>Gradient-based methods</a:t>
            </a:r>
            <a:r>
              <a:rPr lang="en-US" sz="1050">
                <a:ea typeface="+mn-lt"/>
                <a:cs typeface="+mn-lt"/>
              </a:rPr>
              <a:t>: designed for Euclidean data (images, text); ineffective on graph structures </a:t>
            </a: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50" b="1">
                <a:ea typeface="+mn-lt"/>
                <a:cs typeface="+mn-lt"/>
              </a:rPr>
              <a:t>Attention-based methods:</a:t>
            </a:r>
            <a:r>
              <a:rPr lang="en-US" sz="1050">
                <a:ea typeface="+mn-lt"/>
                <a:cs typeface="+mn-lt"/>
              </a:rPr>
              <a:t> architecture-dependent (mainly applicable to attention-based GNNs) </a:t>
            </a:r>
            <a:endParaRPr lang="en-US" sz="105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Need for graph-specific explainability methods that identify the structural reasons behind GNN predictions</a:t>
            </a:r>
            <a:endParaRPr lang="en-US" sz="105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Difficulty capturing (attribute + topology interactions)</a:t>
            </a:r>
            <a:endParaRPr lang="en-US" sz="1050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Predictions depend on graph topology, not on isolated nodes or edges</a:t>
            </a:r>
            <a:endParaRPr lang="en-US" sz="1050" b="1"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050"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 lIns="91440" tIns="45720" rIns="91440" bIns="45720" anchor="t"/>
          <a:lstStyle/>
          <a:p>
            <a:r>
              <a:rPr lang="en-US" sz="1100">
                <a:solidFill>
                  <a:schemeClr val="bg2"/>
                </a:solidFill>
                <a:ea typeface="+mn-lt"/>
                <a:cs typeface="+mn-lt"/>
              </a:rPr>
              <a:t>XAI for GNNs 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110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1</a:t>
            </a:r>
            <a:endParaRPr lang="en-US" sz="1100">
              <a:solidFill>
                <a:schemeClr val="bg2">
                  <a:lumMod val="9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                              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0C2B3CF7-C8BF-8751-543F-0A3C9057B299}"/>
              </a:ext>
            </a:extLst>
          </p:cNvPr>
          <p:cNvSpPr/>
          <p:nvPr/>
        </p:nvSpPr>
        <p:spPr>
          <a:xfrm>
            <a:off x="539262" y="1097280"/>
            <a:ext cx="64008" cy="347472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Project Objectives</a:t>
            </a:r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26868" y="1097280"/>
            <a:ext cx="3839392" cy="2712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Cerveau avec un remplissage un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575" y="13487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23555"/>
            <a:ext cx="2795451" cy="436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Understanding GNN Explainability</a:t>
            </a:r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53291" y="1890848"/>
            <a:ext cx="3212374" cy="1232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64748B"/>
                </a:solidFill>
                <a:ea typeface="+mn-lt"/>
                <a:cs typeface="+mn-lt"/>
              </a:rPr>
              <a:t>Explore existing methods for explaining GNN predictions</a:t>
            </a:r>
            <a:br>
              <a:rPr lang="en-US" sz="1200">
                <a:ea typeface="+mn-lt"/>
                <a:cs typeface="+mn-lt"/>
              </a:rPr>
            </a:br>
            <a:r>
              <a:rPr lang="en-US" sz="1200">
                <a:solidFill>
                  <a:srgbClr val="64748B"/>
                </a:solidFill>
                <a:ea typeface="+mn-lt"/>
                <a:cs typeface="+mn-lt"/>
              </a:rPr>
              <a:t>Identify the limitations of traditional XAI approaches on graphs</a:t>
            </a:r>
            <a:endParaRPr lang="fr-FR" sz="1200"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39491" y="1135380"/>
            <a:ext cx="4307477" cy="265828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800600" y="1209403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Cerveau avec un remplissage un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4061" y="1284031"/>
            <a:ext cx="392218" cy="3604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35237" y="1201781"/>
            <a:ext cx="3481250" cy="572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Study and Reproduction of </a:t>
            </a:r>
            <a:r>
              <a:rPr lang="en-US" sz="1200" b="1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GNNExplainer</a:t>
            </a:r>
            <a:endParaRPr lang="fr-FR" err="1"/>
          </a:p>
        </p:txBody>
      </p:sp>
      <p:sp>
        <p:nvSpPr>
          <p:cNvPr id="17" name="Text 12"/>
          <p:cNvSpPr/>
          <p:nvPr/>
        </p:nvSpPr>
        <p:spPr>
          <a:xfrm>
            <a:off x="5094515" y="2075906"/>
            <a:ext cx="2956559" cy="1297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64748B"/>
                </a:solidFill>
                <a:ea typeface="+mn-lt"/>
                <a:cs typeface="+mn-lt"/>
              </a:rPr>
              <a:t>Analyze the </a:t>
            </a:r>
            <a:r>
              <a:rPr lang="en-US" sz="1400" err="1">
                <a:solidFill>
                  <a:srgbClr val="64748B"/>
                </a:solidFill>
                <a:ea typeface="+mn-lt"/>
                <a:cs typeface="+mn-lt"/>
              </a:rPr>
              <a:t>GNNExplainer</a:t>
            </a:r>
            <a:r>
              <a:rPr lang="en-US" sz="1400">
                <a:solidFill>
                  <a:srgbClr val="64748B"/>
                </a:solidFill>
                <a:ea typeface="+mn-lt"/>
                <a:cs typeface="+mn-lt"/>
              </a:rPr>
              <a:t> methodology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solidFill>
                  <a:srgbClr val="64748B"/>
                </a:solidFill>
                <a:ea typeface="+mn-lt"/>
                <a:cs typeface="+mn-lt"/>
              </a:rPr>
              <a:t>Reproduce the original experiments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solidFill>
                  <a:srgbClr val="64748B"/>
                </a:solidFill>
                <a:ea typeface="+mn-lt"/>
                <a:cs typeface="+mn-lt"/>
              </a:rPr>
              <a:t>Compare results with the paper benchmarks</a:t>
            </a:r>
            <a:endParaRPr lang="fr-FR" sz="1400">
              <a:ea typeface="Calibri"/>
              <a:cs typeface="Calibri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XAI for the 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2</a:t>
            </a:r>
            <a:endParaRPr lang="en-US" sz="90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Two main levels of explanation</a:t>
            </a:r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94A3B8"/>
                </a:solidFill>
                <a:ea typeface="Calibri"/>
                <a:cs typeface="Calibri"/>
              </a:rPr>
              <a:t>Local and Global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F925B-6347-B2A8-2FA9-FD2F418C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ABA7EA-2FFE-A013-D902-DA9790882EFD}"/>
              </a:ext>
            </a:extLst>
          </p:cNvPr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Comparison </a:t>
            </a:r>
            <a:endParaRPr lang="en-US" sz="3200" b="1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CF5AC8-98D4-93F1-0BC9-E263B6282C74}"/>
              </a:ext>
            </a:extLst>
          </p:cNvPr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72EBEC-8496-DFB0-746F-646A060EFCFF}"/>
              </a:ext>
            </a:extLst>
          </p:cNvPr>
          <p:cNvSpPr/>
          <p:nvPr/>
        </p:nvSpPr>
        <p:spPr>
          <a:xfrm>
            <a:off x="822960" y="1234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Local</a:t>
            </a:r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FC0939-DADA-51BF-A7D7-0C4C2238B941}"/>
              </a:ext>
            </a:extLst>
          </p:cNvPr>
          <p:cNvSpPr/>
          <p:nvPr/>
        </p:nvSpPr>
        <p:spPr>
          <a:xfrm>
            <a:off x="822960" y="1783080"/>
            <a:ext cx="338328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Explains individual node/graph predictions </a:t>
            </a:r>
            <a:endParaRPr lang="en-US" sz="1200" b="1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Provides explanations for specific instances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Requires multiple explanations to understand a class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Human interpretation: analyzing 1 explanation at a time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Class-level understanding requires manual aggregation of explanations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200">
              <a:solidFill>
                <a:srgbClr val="1E293B"/>
              </a:solidFill>
              <a:ea typeface="+mn-lt"/>
              <a:cs typeface="+mn-lt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200" b="1">
              <a:solidFill>
                <a:srgbClr val="1E293B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20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770F8B-8EC9-0B9D-9562-599A54073993}"/>
              </a:ext>
            </a:extLst>
          </p:cNvPr>
          <p:cNvSpPr/>
          <p:nvPr/>
        </p:nvSpPr>
        <p:spPr>
          <a:xfrm>
            <a:off x="4773930" y="1097280"/>
            <a:ext cx="40309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7330DB3-5BAD-9472-CD1B-039EEC85BA18}"/>
              </a:ext>
            </a:extLst>
          </p:cNvPr>
          <p:cNvSpPr/>
          <p:nvPr/>
        </p:nvSpPr>
        <p:spPr>
          <a:xfrm>
            <a:off x="4754880" y="1097280"/>
            <a:ext cx="64008" cy="34747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484395-2E4F-F1CE-574D-F9442BB1A59A}"/>
              </a:ext>
            </a:extLst>
          </p:cNvPr>
          <p:cNvSpPr/>
          <p:nvPr/>
        </p:nvSpPr>
        <p:spPr>
          <a:xfrm>
            <a:off x="5074920" y="1234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latin typeface="Georgia"/>
                <a:ea typeface="Calibri"/>
                <a:cs typeface="Calibri"/>
              </a:rPr>
              <a:t>Global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694A5F-73AB-7D8D-083F-E48C9DC4CB04}"/>
              </a:ext>
            </a:extLst>
          </p:cNvPr>
          <p:cNvSpPr/>
          <p:nvPr/>
        </p:nvSpPr>
        <p:spPr>
          <a:xfrm>
            <a:off x="5074920" y="1708695"/>
            <a:ext cx="3542937" cy="2357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Explains the general behavior of the model </a:t>
            </a:r>
            <a:endParaRPr lang="fr-FR">
              <a:ea typeface="+mn-lt"/>
              <a:cs typeface="+mn-lt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Learns patterns and rules for entire classes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One explanation can summarize a class behavior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Human interpretation: understanding many predictions through general rules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Directly targets class-level understanding </a:t>
            </a:r>
            <a:endParaRPr lang="en-US"/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050">
              <a:ea typeface="+mn-lt"/>
              <a:cs typeface="+mn-lt"/>
            </a:endParaRPr>
          </a:p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endParaRPr lang="en-US" sz="1050" b="1">
              <a:ea typeface="Calibri"/>
              <a:cs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377A399-02DC-79A6-56FA-D87744EE44C6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 lIns="91440" tIns="45720" rIns="91440" bIns="45720" anchor="t"/>
          <a:lstStyle/>
          <a:p>
            <a:r>
              <a:rPr lang="en-US" sz="1100">
                <a:solidFill>
                  <a:schemeClr val="bg2"/>
                </a:solidFill>
                <a:ea typeface="+mn-lt"/>
                <a:cs typeface="+mn-lt"/>
              </a:rPr>
              <a:t>XAI for GNNs 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1100">
                <a:solidFill>
                  <a:schemeClr val="bg2">
                    <a:lumMod val="90000"/>
                  </a:schemeClr>
                </a:solidFill>
                <a:ea typeface="+mn-lt"/>
                <a:cs typeface="+mn-lt"/>
              </a:rPr>
              <a:t>3</a:t>
            </a:r>
            <a:endParaRPr lang="en-US" sz="1100">
              <a:solidFill>
                <a:schemeClr val="bg2">
                  <a:lumMod val="9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038A901-894E-8278-F76C-16E09997566C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                              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FDB9C588-92C1-EF86-0365-E2A8E0B860CA}"/>
              </a:ext>
            </a:extLst>
          </p:cNvPr>
          <p:cNvSpPr/>
          <p:nvPr/>
        </p:nvSpPr>
        <p:spPr>
          <a:xfrm>
            <a:off x="539262" y="1097280"/>
            <a:ext cx="64008" cy="347472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22D3EE"/>
                </a:solidFill>
                <a:latin typeface="Georgia"/>
              </a:rPr>
              <a:t>02</a:t>
            </a:r>
            <a:endParaRPr lang="en-US" sz="600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GNNExplainer: Local Explainability for GNNs</a:t>
            </a:r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94A3B8"/>
                </a:solidFill>
                <a:ea typeface="+mn-lt"/>
                <a:cs typeface="+mn-lt"/>
              </a:rPr>
              <a:t>Node Classification (GNNs) &amp; Explanation &amp;  Evaluation</a:t>
            </a:r>
            <a:endParaRPr lang="en-US" sz="1600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A1484-E938-6C65-1637-7D6F2AE9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FA5E67-1663-90E0-F223-198926DDBADA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GNNExplainer</a:t>
            </a:r>
            <a:r>
              <a:rPr lang="en-US" sz="2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 (2019) </a:t>
            </a:r>
            <a:endParaRPr lang="fr-FR" b="1">
              <a:latin typeface="Georgia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6099EB-5B6F-29E7-8E3A-34170A35246D}"/>
              </a:ext>
            </a:extLst>
          </p:cNvPr>
          <p:cNvSpPr/>
          <p:nvPr/>
        </p:nvSpPr>
        <p:spPr>
          <a:xfrm>
            <a:off x="480605" y="959304"/>
            <a:ext cx="3908515" cy="3343274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D0CECE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B0FD28-2C83-C509-AE9D-FFEDC5707D0E}"/>
              </a:ext>
            </a:extLst>
          </p:cNvPr>
          <p:cNvSpPr/>
          <p:nvPr/>
        </p:nvSpPr>
        <p:spPr>
          <a:xfrm>
            <a:off x="736963" y="1152797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2800" b="1">
                <a:solidFill>
                  <a:srgbClr val="EF4444"/>
                </a:solidFill>
                <a:latin typeface="Georgia"/>
                <a:ea typeface="+mn-lt"/>
                <a:cs typeface="+mn-lt"/>
              </a:rPr>
              <a:t>Definition</a:t>
            </a:r>
            <a:endParaRPr lang="fr-FR" sz="2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1F1B76-E50C-5E9C-61CE-08A49B8FA1FF}"/>
              </a:ext>
            </a:extLst>
          </p:cNvPr>
          <p:cNvSpPr/>
          <p:nvPr/>
        </p:nvSpPr>
        <p:spPr>
          <a:xfrm>
            <a:off x="709753" y="1412421"/>
            <a:ext cx="3529144" cy="25167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First general method for explaining GNN predictions </a:t>
            </a:r>
            <a:endParaRPr lang="fr-FR" sz="140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Post-hoc and model-agnostic approach 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Applicable to any trained GNN architecture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 (GCN, GAT, </a:t>
            </a:r>
            <a:r>
              <a:rPr lang="en-US" sz="1400" err="1">
                <a:solidFill>
                  <a:srgbClr val="1E293B"/>
                </a:solidFill>
                <a:ea typeface="+mn-lt"/>
                <a:cs typeface="+mn-lt"/>
              </a:rPr>
              <a:t>GraphSAGE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, GIN...) 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Identifies important graph structures and node features behind a prediction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400"/>
              </a:spcAft>
            </a:pPr>
            <a:endParaRPr lang="en-US" sz="14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5BD91C-F839-9D1B-1511-BE7BE91CB5D8}"/>
              </a:ext>
            </a:extLst>
          </p:cNvPr>
          <p:cNvSpPr/>
          <p:nvPr/>
        </p:nvSpPr>
        <p:spPr>
          <a:xfrm>
            <a:off x="4673238" y="948417"/>
            <a:ext cx="4003764" cy="3216729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2430D6-05DB-6411-AB93-8E1E0AB27320}"/>
              </a:ext>
            </a:extLst>
          </p:cNvPr>
          <p:cNvSpPr/>
          <p:nvPr/>
        </p:nvSpPr>
        <p:spPr>
          <a:xfrm>
            <a:off x="4932317" y="1125583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>
                <a:solidFill>
                  <a:srgbClr val="10B981"/>
                </a:solidFill>
                <a:latin typeface="Georgia"/>
                <a:ea typeface="+mn-lt"/>
                <a:cs typeface="+mn-lt"/>
              </a:rPr>
              <a:t>Types of Explanations</a:t>
            </a:r>
            <a:endParaRPr lang="fr-FR"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5DB451B-06A4-FEED-2135-11AA038F07E6}"/>
              </a:ext>
            </a:extLst>
          </p:cNvPr>
          <p:cNvSpPr/>
          <p:nvPr/>
        </p:nvSpPr>
        <p:spPr>
          <a:xfrm>
            <a:off x="4921432" y="1311729"/>
            <a:ext cx="3474720" cy="245690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b="1"/>
              <a:t>Single-instance explanation</a:t>
            </a:r>
            <a:endParaRPr lang="fr-FR" sz="20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rgbClr val="1E293B"/>
                </a:solidFill>
                <a:ea typeface="+mn-lt"/>
                <a:cs typeface="+mn-lt"/>
              </a:rPr>
              <a:t>Explains one specific prediction</a:t>
            </a:r>
            <a:endParaRPr lang="en-US" sz="1100">
              <a:ea typeface="Calibri"/>
              <a:cs typeface="Calibri"/>
            </a:endParaRPr>
          </a:p>
          <a:p>
            <a:r>
              <a:rPr lang="en-US" sz="2000" b="1"/>
              <a:t>Multi-instance explanation</a:t>
            </a:r>
            <a:endParaRPr lang="en-US" sz="20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rgbClr val="1E293B"/>
                </a:solidFill>
                <a:ea typeface="+mn-lt"/>
                <a:cs typeface="+mn-lt"/>
              </a:rPr>
              <a:t>Aggregates multiple local explanations </a:t>
            </a:r>
            <a:endParaRPr lang="en-US" sz="11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rgbClr val="1E293B"/>
                </a:solidFill>
                <a:ea typeface="+mn-lt"/>
                <a:cs typeface="+mn-lt"/>
              </a:rPr>
              <a:t>Extracts representative patterns of a class </a:t>
            </a:r>
            <a:endParaRPr lang="en-US" sz="11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rgbClr val="1E293B"/>
                </a:solidFill>
                <a:ea typeface="+mn-lt"/>
                <a:cs typeface="+mn-lt"/>
              </a:rPr>
              <a:t>Provides a first step toward global interpretability</a:t>
            </a:r>
            <a:endParaRPr lang="en-US" sz="1100">
              <a:ea typeface="Calibri"/>
              <a:cs typeface="Calibri"/>
            </a:endParaRPr>
          </a:p>
          <a:p>
            <a:endParaRPr lang="en-US" sz="110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spcAft>
                <a:spcPts val="400"/>
              </a:spcAft>
            </a:pPr>
            <a:endParaRPr lang="en-US" sz="110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A8059AD-F47C-0C3E-43E6-CB43A9289E3E}"/>
              </a:ext>
            </a:extLst>
          </p:cNvPr>
          <p:cNvSpPr/>
          <p:nvPr/>
        </p:nvSpPr>
        <p:spPr>
          <a:xfrm>
            <a:off x="554358" y="2868116"/>
            <a:ext cx="3690526" cy="13212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900" b="1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9A2D1F8-1E02-B499-2FF9-37F85D6CAAFD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33B3699-33D9-C864-050E-AC037B114EE2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GNNExplainer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4 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557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95DE5-C88A-B00B-802A-7A5A4D34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5216F6-7DA7-7ED4-6990-242325BCC4E4}"/>
              </a:ext>
            </a:extLst>
          </p:cNvPr>
          <p:cNvSpPr/>
          <p:nvPr/>
        </p:nvSpPr>
        <p:spPr>
          <a:xfrm>
            <a:off x="597626" y="21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GNNExplainer : Ideas</a:t>
            </a:r>
            <a:endParaRPr lang="en-US" sz="2200">
              <a:solidFill>
                <a:srgbClr val="0F2B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24C0254-9DBD-5A19-80C4-84DB85987B7B}"/>
              </a:ext>
            </a:extLst>
          </p:cNvPr>
          <p:cNvSpPr/>
          <p:nvPr/>
        </p:nvSpPr>
        <p:spPr>
          <a:xfrm>
            <a:off x="8712" y="551088"/>
            <a:ext cx="8820689" cy="4000500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48F5D29-5324-958C-FDF9-CCBB37A03E86}"/>
              </a:ext>
            </a:extLst>
          </p:cNvPr>
          <p:cNvSpPr/>
          <p:nvPr/>
        </p:nvSpPr>
        <p:spPr>
          <a:xfrm>
            <a:off x="554358" y="2868116"/>
            <a:ext cx="3690526" cy="13212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900" b="1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B97CBF1-3452-D1B7-E6FA-359641D46C26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7E73BD5-0A2D-8662-CFC1-F215D04939D3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GNNExplainer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5 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F1B2345-6E77-EFC6-79EA-97B91794F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94" y="674914"/>
            <a:ext cx="3180483" cy="385898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6B9AE5C-43F1-910A-33D4-1206B8A06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214" y="674390"/>
            <a:ext cx="5034643" cy="365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067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28C98-9CC9-C6BF-DD96-2400F4F8C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E46C85-40A6-18C9-7E6E-B3962C34C34B}"/>
              </a:ext>
            </a:extLst>
          </p:cNvPr>
          <p:cNvSpPr/>
          <p:nvPr/>
        </p:nvSpPr>
        <p:spPr>
          <a:xfrm>
            <a:off x="597626" y="21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GNNExplainer</a:t>
            </a:r>
            <a:r>
              <a:rPr lang="en-US" sz="2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 Optimization Objective</a:t>
            </a:r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1D44F09-D75A-ECC4-2A5A-0B0C2D0B907F}"/>
              </a:ext>
            </a:extLst>
          </p:cNvPr>
          <p:cNvSpPr/>
          <p:nvPr/>
        </p:nvSpPr>
        <p:spPr>
          <a:xfrm>
            <a:off x="8712" y="551088"/>
            <a:ext cx="8820689" cy="4000500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DBAF638-1F27-3A79-145C-E8D91F66CE3E}"/>
              </a:ext>
            </a:extLst>
          </p:cNvPr>
          <p:cNvSpPr/>
          <p:nvPr/>
        </p:nvSpPr>
        <p:spPr>
          <a:xfrm>
            <a:off x="554358" y="2868116"/>
            <a:ext cx="3690526" cy="13212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900" b="1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141309D-C07C-323C-8FC6-E3F9CF280C20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EB626B2-3430-F9EA-1812-1DD6530791BC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GNNExplainer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6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F7FC596-24A6-553A-F696-0BCB71560076}"/>
              </a:ext>
            </a:extLst>
          </p:cNvPr>
          <p:cNvSpPr txBox="1"/>
          <p:nvPr/>
        </p:nvSpPr>
        <p:spPr>
          <a:xfrm>
            <a:off x="488570" y="707452"/>
            <a:ext cx="8314721" cy="4037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err="1">
                <a:ea typeface="+mn-lt"/>
                <a:cs typeface="+mn-lt"/>
              </a:rPr>
              <a:t>Maximize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600" err="1">
                <a:ea typeface="+mn-lt"/>
                <a:cs typeface="+mn-lt"/>
              </a:rPr>
              <a:t>Mutual</a:t>
            </a:r>
            <a:r>
              <a:rPr lang="fr-FR" sz="1600">
                <a:ea typeface="+mn-lt"/>
                <a:cs typeface="+mn-lt"/>
              </a:rPr>
              <a:t> Information: </a:t>
            </a:r>
            <a:endParaRPr lang="fr-FR">
              <a:ea typeface="+mn-lt"/>
              <a:cs typeface="+mn-lt"/>
            </a:endParaRPr>
          </a:p>
          <a:p>
            <a:endParaRPr lang="fr-FR" sz="1600">
              <a:ea typeface="Calibri"/>
              <a:cs typeface="Calibri"/>
            </a:endParaRPr>
          </a:p>
          <a:p>
            <a:endParaRPr lang="fr-FR" sz="1600">
              <a:ea typeface="Calibri"/>
              <a:cs typeface="Calibri"/>
            </a:endParaRPr>
          </a:p>
          <a:p>
            <a:r>
              <a:rPr lang="fr-FR" sz="1600" err="1">
                <a:ea typeface="+mn-lt"/>
                <a:cs typeface="+mn-lt"/>
              </a:rPr>
              <a:t>Minimize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600" err="1">
                <a:ea typeface="+mn-lt"/>
                <a:cs typeface="+mn-lt"/>
              </a:rPr>
              <a:t>Prediction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600" err="1">
                <a:ea typeface="+mn-lt"/>
                <a:cs typeface="+mn-lt"/>
              </a:rPr>
              <a:t>Uncertainty</a:t>
            </a:r>
            <a:r>
              <a:rPr lang="fr-FR" sz="1600">
                <a:ea typeface="+mn-lt"/>
                <a:cs typeface="+mn-lt"/>
              </a:rPr>
              <a:t>:  </a:t>
            </a:r>
            <a:endParaRPr lang="fr-FR">
              <a:ea typeface="+mn-lt"/>
              <a:cs typeface="+mn-lt"/>
            </a:endParaRPr>
          </a:p>
          <a:p>
            <a:endParaRPr lang="fr-FR" sz="1600">
              <a:ea typeface="Calibri"/>
              <a:cs typeface="Calibri"/>
            </a:endParaRPr>
          </a:p>
          <a:p>
            <a:endParaRPr lang="fr-FR" sz="1600">
              <a:ea typeface="Calibri"/>
              <a:cs typeface="Calibri"/>
            </a:endParaRPr>
          </a:p>
          <a:p>
            <a:r>
              <a:rPr lang="fr-FR" sz="1600" err="1">
                <a:ea typeface="+mn-lt"/>
                <a:cs typeface="+mn-lt"/>
              </a:rPr>
              <a:t>Continuous</a:t>
            </a:r>
            <a:r>
              <a:rPr lang="fr-FR" sz="1600">
                <a:ea typeface="+mn-lt"/>
                <a:cs typeface="+mn-lt"/>
              </a:rPr>
              <a:t> Relaxation of the </a:t>
            </a:r>
            <a:r>
              <a:rPr lang="fr-FR" sz="1600" err="1">
                <a:ea typeface="+mn-lt"/>
                <a:cs typeface="+mn-lt"/>
              </a:rPr>
              <a:t>Optimization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600" err="1">
                <a:ea typeface="+mn-lt"/>
                <a:cs typeface="+mn-lt"/>
              </a:rPr>
              <a:t>Problem</a:t>
            </a:r>
            <a:r>
              <a:rPr lang="fr-FR" sz="1600">
                <a:ea typeface="+mn-lt"/>
                <a:cs typeface="+mn-lt"/>
              </a:rPr>
              <a:t>:  </a:t>
            </a:r>
            <a:endParaRPr lang="fr-FR">
              <a:ea typeface="+mn-lt"/>
              <a:cs typeface="+mn-lt"/>
            </a:endParaRPr>
          </a:p>
          <a:p>
            <a:endParaRPr lang="fr-FR" sz="1600">
              <a:ea typeface="Calibri"/>
              <a:cs typeface="Calibri"/>
            </a:endParaRPr>
          </a:p>
          <a:p>
            <a:endParaRPr lang="fr-FR" sz="1600">
              <a:ea typeface="Calibri"/>
              <a:cs typeface="Calibri"/>
            </a:endParaRPr>
          </a:p>
          <a:p>
            <a:r>
              <a:rPr lang="fr-FR" sz="1600" err="1">
                <a:ea typeface="+mn-lt"/>
                <a:cs typeface="+mn-lt"/>
              </a:rPr>
              <a:t>Surrogate</a:t>
            </a:r>
            <a:r>
              <a:rPr lang="fr-FR" sz="1600">
                <a:ea typeface="+mn-lt"/>
                <a:cs typeface="+mn-lt"/>
              </a:rPr>
              <a:t> Objective for </a:t>
            </a:r>
            <a:r>
              <a:rPr lang="fr-FR" sz="1600" err="1">
                <a:ea typeface="+mn-lt"/>
                <a:cs typeface="+mn-lt"/>
              </a:rPr>
              <a:t>Practical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600" err="1">
                <a:ea typeface="+mn-lt"/>
                <a:cs typeface="+mn-lt"/>
              </a:rPr>
              <a:t>Optimization</a:t>
            </a:r>
            <a:r>
              <a:rPr lang="fr-FR" sz="1600">
                <a:ea typeface="+mn-lt"/>
                <a:cs typeface="+mn-lt"/>
              </a:rPr>
              <a:t>:  </a:t>
            </a:r>
          </a:p>
          <a:p>
            <a:endParaRPr lang="fr-FR" sz="1600">
              <a:ea typeface="Calibri"/>
              <a:cs typeface="Calibri"/>
            </a:endParaRPr>
          </a:p>
          <a:p>
            <a:r>
              <a:rPr lang="fr-FR" sz="1600" err="1">
                <a:ea typeface="+mn-lt"/>
                <a:cs typeface="+mn-lt"/>
              </a:rPr>
              <a:t>Optimize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600" err="1">
                <a:ea typeface="+mn-lt"/>
                <a:cs typeface="+mn-lt"/>
              </a:rPr>
              <a:t>Explanation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600" err="1">
                <a:ea typeface="+mn-lt"/>
                <a:cs typeface="+mn-lt"/>
              </a:rPr>
              <a:t>Masks</a:t>
            </a:r>
            <a:r>
              <a:rPr lang="fr-FR" sz="1600">
                <a:ea typeface="+mn-lt"/>
                <a:cs typeface="+mn-lt"/>
              </a:rPr>
              <a:t> :  </a:t>
            </a:r>
          </a:p>
          <a:p>
            <a:endParaRPr lang="fr-FR" sz="1600">
              <a:ea typeface="Calibri"/>
              <a:cs typeface="Calibri"/>
            </a:endParaRPr>
          </a:p>
          <a:p>
            <a:r>
              <a:rPr lang="fr-FR" sz="1600" b="1">
                <a:ea typeface="+mn-lt"/>
                <a:cs typeface="+mn-lt"/>
              </a:rPr>
              <a:t>Final Goal: </a:t>
            </a:r>
            <a:r>
              <a:rPr lang="fr-FR" sz="1600">
                <a:ea typeface="+mn-lt"/>
                <a:cs typeface="+mn-lt"/>
              </a:rPr>
              <a:t>Preserve the GNN </a:t>
            </a:r>
            <a:r>
              <a:rPr lang="fr-FR" sz="1600" err="1">
                <a:ea typeface="+mn-lt"/>
                <a:cs typeface="+mn-lt"/>
              </a:rPr>
              <a:t>prediction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600" err="1">
                <a:ea typeface="+mn-lt"/>
                <a:cs typeface="+mn-lt"/>
              </a:rPr>
              <a:t>with</a:t>
            </a:r>
            <a:r>
              <a:rPr lang="fr-FR" sz="1600">
                <a:ea typeface="+mn-lt"/>
                <a:cs typeface="+mn-lt"/>
              </a:rPr>
              <a:t> a compact and </a:t>
            </a:r>
            <a:r>
              <a:rPr lang="fr-FR" sz="1600" err="1">
                <a:ea typeface="+mn-lt"/>
                <a:cs typeface="+mn-lt"/>
              </a:rPr>
              <a:t>interpretable</a:t>
            </a:r>
            <a:r>
              <a:rPr lang="fr-FR" sz="1600">
                <a:ea typeface="+mn-lt"/>
                <a:cs typeface="+mn-lt"/>
              </a:rPr>
              <a:t> </a:t>
            </a:r>
            <a:r>
              <a:rPr lang="fr-FR" sz="1600" err="1">
                <a:ea typeface="+mn-lt"/>
                <a:cs typeface="+mn-lt"/>
              </a:rPr>
              <a:t>explanation</a:t>
            </a:r>
            <a:r>
              <a:rPr lang="fr-FR" sz="1600">
                <a:ea typeface="+mn-lt"/>
                <a:cs typeface="+mn-lt"/>
              </a:rPr>
              <a:t>  </a:t>
            </a:r>
            <a:endParaRPr lang="fr-FR">
              <a:ea typeface="Calibri" panose="020F0502020204030204"/>
              <a:cs typeface="Calibri" panose="020F0502020204030204"/>
            </a:endParaRPr>
          </a:p>
          <a:p>
            <a:endParaRPr lang="fr-FR" sz="1600">
              <a:ea typeface="Calibri"/>
              <a:cs typeface="Calibri"/>
            </a:endParaRPr>
          </a:p>
          <a:p>
            <a:endParaRPr lang="fr-FR" sz="1600">
              <a:ea typeface="Calibri"/>
              <a:cs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476F9C2-7599-225F-DABD-D54611DD6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709" y="553131"/>
            <a:ext cx="4908097" cy="77152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04DA6B8-4E6F-076D-87CA-A93884EB4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259" y="1320574"/>
            <a:ext cx="3095625" cy="5429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C58A40F-2476-7D49-D88D-F01DBC997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425" y="2029506"/>
            <a:ext cx="3415394" cy="54564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D5B228E-FE96-C506-BACC-B9AF7938C4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3066" y="2726192"/>
            <a:ext cx="4265840" cy="78513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A67CAD5-0712-BABE-72AC-38FE9FC94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070" y="3382736"/>
            <a:ext cx="4366533" cy="62048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57AB4AE-9262-9DDE-335A-CF78E08849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3825" y="3954916"/>
            <a:ext cx="1085850" cy="477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34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1349E-0E51-1229-F48D-94B79C43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CA2060-EECD-1574-255F-864F52B4B87D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0F2B46"/>
                </a:solidFill>
                <a:latin typeface="Georgia"/>
              </a:rPr>
              <a:t>Evaluation 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DE5EDC-359D-25E5-6DA9-90C3410069A2}"/>
              </a:ext>
            </a:extLst>
          </p:cNvPr>
          <p:cNvSpPr/>
          <p:nvPr/>
        </p:nvSpPr>
        <p:spPr>
          <a:xfrm>
            <a:off x="548640" y="914400"/>
            <a:ext cx="25603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F71A65-BE98-C33B-F404-6B450BBB7233}"/>
              </a:ext>
            </a:extLst>
          </p:cNvPr>
          <p:cNvSpPr/>
          <p:nvPr/>
        </p:nvSpPr>
        <p:spPr>
          <a:xfrm>
            <a:off x="548640" y="91440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6A375E-F37D-D4F3-CCA3-57F5C8B429F6}"/>
              </a:ext>
            </a:extLst>
          </p:cNvPr>
          <p:cNvSpPr/>
          <p:nvPr/>
        </p:nvSpPr>
        <p:spPr>
          <a:xfrm>
            <a:off x="6858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2B46"/>
                </a:solidFill>
                <a:latin typeface="Georgia"/>
              </a:rPr>
              <a:t>Accuracy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1689C56-4462-3ECD-D3C0-B2A2E9E6F2DD}"/>
              </a:ext>
            </a:extLst>
          </p:cNvPr>
          <p:cNvSpPr/>
          <p:nvPr/>
        </p:nvSpPr>
        <p:spPr>
          <a:xfrm>
            <a:off x="68580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endParaRPr lang="en-US" sz="950">
              <a:solidFill>
                <a:srgbClr val="64748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95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753B68-2C21-196D-4D63-E12B49C13F34}"/>
              </a:ext>
            </a:extLst>
          </p:cNvPr>
          <p:cNvSpPr/>
          <p:nvPr/>
        </p:nvSpPr>
        <p:spPr>
          <a:xfrm>
            <a:off x="3383280" y="2046514"/>
            <a:ext cx="25603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CD447C0-E35B-ED79-D922-0B74CE408B07}"/>
              </a:ext>
            </a:extLst>
          </p:cNvPr>
          <p:cNvSpPr/>
          <p:nvPr/>
        </p:nvSpPr>
        <p:spPr>
          <a:xfrm>
            <a:off x="3383280" y="1992086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70423B-F2A4-1D95-9037-4778EAD22E3C}"/>
              </a:ext>
            </a:extLst>
          </p:cNvPr>
          <p:cNvSpPr/>
          <p:nvPr/>
        </p:nvSpPr>
        <p:spPr>
          <a:xfrm>
            <a:off x="3651069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2B46"/>
                </a:solidFill>
                <a:latin typeface="Georgia"/>
              </a:rPr>
              <a:t>Micro average ROC-AUC</a:t>
            </a:r>
          </a:p>
          <a:p>
            <a:pPr marL="0" indent="0" algn="ctr">
              <a:buNone/>
            </a:pPr>
            <a:endParaRPr lang="en-US" sz="1200" b="1">
              <a:solidFill>
                <a:srgbClr val="0F2B46"/>
              </a:solidFill>
              <a:latin typeface="Georgia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5E0D06B-BBDA-E02D-40AE-729DC649730A}"/>
              </a:ext>
            </a:extLst>
          </p:cNvPr>
          <p:cNvSpPr/>
          <p:nvPr/>
        </p:nvSpPr>
        <p:spPr>
          <a:xfrm>
            <a:off x="352044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endParaRPr lang="en-US" sz="100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5AA64F-4C62-29EA-6F1C-2D8A6111024E}"/>
              </a:ext>
            </a:extLst>
          </p:cNvPr>
          <p:cNvSpPr/>
          <p:nvPr/>
        </p:nvSpPr>
        <p:spPr>
          <a:xfrm>
            <a:off x="6217920" y="914400"/>
            <a:ext cx="25603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9DC34E4-3868-35EC-F074-1DAE08DEFB90}"/>
              </a:ext>
            </a:extLst>
          </p:cNvPr>
          <p:cNvSpPr/>
          <p:nvPr/>
        </p:nvSpPr>
        <p:spPr>
          <a:xfrm>
            <a:off x="6217920" y="914400"/>
            <a:ext cx="2560320" cy="54864"/>
          </a:xfrm>
          <a:prstGeom prst="rect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1402A7-EC44-9A35-8B5A-DFD56B919E70}"/>
              </a:ext>
            </a:extLst>
          </p:cNvPr>
          <p:cNvSpPr/>
          <p:nvPr/>
        </p:nvSpPr>
        <p:spPr>
          <a:xfrm>
            <a:off x="635508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2B46"/>
                </a:solidFill>
                <a:latin typeface="Georgia"/>
              </a:rPr>
              <a:t>Macro average ROC-AUC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3E57185-D748-BD20-9AB4-8A694380AB33}"/>
              </a:ext>
            </a:extLst>
          </p:cNvPr>
          <p:cNvSpPr/>
          <p:nvPr/>
        </p:nvSpPr>
        <p:spPr>
          <a:xfrm>
            <a:off x="635508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endParaRPr lang="en-US" sz="950">
              <a:solidFill>
                <a:srgbClr val="64748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95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AF108E6-0D3E-1AE2-ABF4-63F5210BD09B}"/>
              </a:ext>
            </a:extLst>
          </p:cNvPr>
          <p:cNvSpPr/>
          <p:nvPr/>
        </p:nvSpPr>
        <p:spPr>
          <a:xfrm>
            <a:off x="6220702" y="2945227"/>
            <a:ext cx="2560320" cy="157561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E03B076-A92B-4E2A-FDB7-56B2912A7E0B}"/>
              </a:ext>
            </a:extLst>
          </p:cNvPr>
          <p:cNvSpPr/>
          <p:nvPr/>
        </p:nvSpPr>
        <p:spPr>
          <a:xfrm>
            <a:off x="6220702" y="2888887"/>
            <a:ext cx="2560320" cy="54864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BCBAD5A-534A-8E78-0F9C-A0040EFC7710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C445CBA-01F1-E747-9112-6732C645B640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err="1">
                <a:solidFill>
                  <a:srgbClr val="94A3B8"/>
                </a:solidFill>
                <a:ea typeface="Calibri"/>
                <a:cs typeface="Calibri"/>
              </a:rPr>
              <a:t>GNNEplainer</a:t>
            </a:r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7</a:t>
            </a: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4C7453B1-843D-4AAB-A830-B022523EE0D7}"/>
              </a:ext>
            </a:extLst>
          </p:cNvPr>
          <p:cNvSpPr/>
          <p:nvPr/>
        </p:nvSpPr>
        <p:spPr>
          <a:xfrm>
            <a:off x="548639" y="2893483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91B74782-2A85-9659-4D11-81FC5408C66D}"/>
              </a:ext>
            </a:extLst>
          </p:cNvPr>
          <p:cNvSpPr/>
          <p:nvPr/>
        </p:nvSpPr>
        <p:spPr>
          <a:xfrm>
            <a:off x="494725" y="3043096"/>
            <a:ext cx="2614235" cy="158639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5272FB0D-B86B-000D-9862-4443A770787D}"/>
              </a:ext>
            </a:extLst>
          </p:cNvPr>
          <p:cNvSpPr/>
          <p:nvPr/>
        </p:nvSpPr>
        <p:spPr>
          <a:xfrm>
            <a:off x="531888" y="3007965"/>
            <a:ext cx="2302328" cy="374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Micro average f1-score</a:t>
            </a: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CD1B6AE8-E58F-01BE-A004-173D3D6FB962}"/>
              </a:ext>
            </a:extLst>
          </p:cNvPr>
          <p:cNvSpPr/>
          <p:nvPr/>
        </p:nvSpPr>
        <p:spPr>
          <a:xfrm>
            <a:off x="6216347" y="28936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2B46"/>
                </a:solidFill>
                <a:latin typeface="Georgia"/>
              </a:rPr>
              <a:t>Macro average f1-score</a:t>
            </a:r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B30B94E9-CC63-7F5E-7AB9-891B0B564DD4}"/>
              </a:ext>
            </a:extLst>
          </p:cNvPr>
          <p:cNvSpPr/>
          <p:nvPr/>
        </p:nvSpPr>
        <p:spPr>
          <a:xfrm>
            <a:off x="685800" y="356658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endParaRPr lang="en-US" sz="1000">
              <a:solidFill>
                <a:srgbClr val="64748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00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547D7E89-F01E-9AEB-AEF4-34BB492FD1A7}"/>
              </a:ext>
            </a:extLst>
          </p:cNvPr>
          <p:cNvSpPr/>
          <p:nvPr/>
        </p:nvSpPr>
        <p:spPr>
          <a:xfrm>
            <a:off x="6402917" y="3288997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endParaRPr lang="en-US" sz="1000">
              <a:solidFill>
                <a:srgbClr val="64748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000">
              <a:solidFill>
                <a:srgbClr val="64748B"/>
              </a:solidFill>
              <a:ea typeface="Calibri"/>
              <a:cs typeface="Calibri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B903935F-F2DC-534C-D8C2-EAE85BC89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1450522"/>
            <a:ext cx="2432957" cy="66402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AD699FAF-67CF-3C36-8A02-7C7146B54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778" y="2715307"/>
            <a:ext cx="2554062" cy="496660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845C753F-B92A-C28B-3EB5-79DF58371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720" y="1501548"/>
            <a:ext cx="2532290" cy="61640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A12B202-5749-AEF3-E7B2-A15D52E48D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93" y="3752170"/>
            <a:ext cx="2601686" cy="58374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C1BB81A-B1AE-BCBF-2891-7E642D06F4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104" y="3269796"/>
            <a:ext cx="2571750" cy="85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274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B9DF8-0821-14E1-908C-AEE0EEFF9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00AE70-4B88-8F99-083E-84CF34CD583F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Datasets ↑</a:t>
            </a:r>
            <a:endParaRPr lang="fr-FR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3D13BA0-7F0E-E211-A7F6-7A74D944953A}"/>
              </a:ext>
            </a:extLst>
          </p:cNvPr>
          <p:cNvSpPr/>
          <p:nvPr/>
        </p:nvSpPr>
        <p:spPr>
          <a:xfrm>
            <a:off x="548640" y="4134142"/>
            <a:ext cx="8046720" cy="27783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3C16E3A-98F3-E4C7-9049-621225B53687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F92ECC2-9774-206F-7604-8B320300B5A1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err="1">
                <a:solidFill>
                  <a:srgbClr val="94A3B8"/>
                </a:solidFill>
                <a:ea typeface="Calibri"/>
                <a:cs typeface="Calibri"/>
              </a:rPr>
              <a:t>GNNExplainer</a:t>
            </a:r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8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FCF8024-6AE7-5E97-5C4A-F09B9C65B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538342"/>
              </p:ext>
            </p:extLst>
          </p:nvPr>
        </p:nvGraphicFramePr>
        <p:xfrm>
          <a:off x="255815" y="1193618"/>
          <a:ext cx="8814181" cy="27541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62836">
                  <a:extLst>
                    <a:ext uri="{9D8B030D-6E8A-4147-A177-3AD203B41FA5}">
                      <a16:colId xmlns:a16="http://schemas.microsoft.com/office/drawing/2014/main" val="3968679927"/>
                    </a:ext>
                  </a:extLst>
                </a:gridCol>
                <a:gridCol w="1791652">
                  <a:extLst>
                    <a:ext uri="{9D8B030D-6E8A-4147-A177-3AD203B41FA5}">
                      <a16:colId xmlns:a16="http://schemas.microsoft.com/office/drawing/2014/main" val="1292764941"/>
                    </a:ext>
                  </a:extLst>
                </a:gridCol>
                <a:gridCol w="1734021">
                  <a:extLst>
                    <a:ext uri="{9D8B030D-6E8A-4147-A177-3AD203B41FA5}">
                      <a16:colId xmlns:a16="http://schemas.microsoft.com/office/drawing/2014/main" val="3973710512"/>
                    </a:ext>
                  </a:extLst>
                </a:gridCol>
                <a:gridCol w="1762836">
                  <a:extLst>
                    <a:ext uri="{9D8B030D-6E8A-4147-A177-3AD203B41FA5}">
                      <a16:colId xmlns:a16="http://schemas.microsoft.com/office/drawing/2014/main" val="2920931480"/>
                    </a:ext>
                  </a:extLst>
                </a:gridCol>
                <a:gridCol w="1762836">
                  <a:extLst>
                    <a:ext uri="{9D8B030D-6E8A-4147-A177-3AD203B41FA5}">
                      <a16:colId xmlns:a16="http://schemas.microsoft.com/office/drawing/2014/main" val="791519685"/>
                    </a:ext>
                  </a:extLst>
                </a:gridCol>
              </a:tblGrid>
              <a:tr h="409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err="1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Nodes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 err="1">
                          <a:solidFill>
                            <a:schemeClr val="bg1"/>
                          </a:solidFill>
                        </a:rPr>
                        <a:t>Edges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10986"/>
                  </a:ext>
                </a:extLst>
              </a:tr>
              <a:tr h="54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syn1 BA-</a:t>
                      </a:r>
                      <a:r>
                        <a:rPr lang="fr-FR" sz="1100" err="1">
                          <a:solidFill>
                            <a:schemeClr val="bg1"/>
                          </a:solidFill>
                        </a:rPr>
                        <a:t>Shapes</a:t>
                      </a:r>
                      <a:endParaRPr lang="fr-FR" sz="11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House motifs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4110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944434"/>
                  </a:ext>
                </a:extLst>
              </a:tr>
              <a:tr h="705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syn2 BA-Community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err="1">
                          <a:solidFill>
                            <a:schemeClr val="bg1"/>
                          </a:solidFill>
                        </a:rPr>
                        <a:t>Communities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871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4288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792873"/>
                  </a:ext>
                </a:extLst>
              </a:tr>
              <a:tr h="54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syn3 Tree-Cycles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Cycle motifs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871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1950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983617"/>
                  </a:ext>
                </a:extLst>
              </a:tr>
              <a:tr h="546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syn4 Tree-</a:t>
                      </a:r>
                      <a:r>
                        <a:rPr lang="fr-FR" sz="1100" err="1">
                          <a:solidFill>
                            <a:schemeClr val="bg1"/>
                          </a:solidFill>
                        </a:rPr>
                        <a:t>Grid</a:t>
                      </a:r>
                      <a:endParaRPr lang="fr-FR" sz="11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err="1">
                          <a:solidFill>
                            <a:schemeClr val="bg1"/>
                          </a:solidFill>
                        </a:rPr>
                        <a:t>Grid</a:t>
                      </a: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 motifs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1229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2181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sz="11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35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378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78865-10A3-7ACC-781D-BFBB013A0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00A8CD-2442-69B0-6544-A9756043F3AE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Datasets ↑</a:t>
            </a:r>
            <a:endParaRPr lang="fr-FR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877DB92-39D7-32C2-6000-25728499C4EA}"/>
              </a:ext>
            </a:extLst>
          </p:cNvPr>
          <p:cNvSpPr/>
          <p:nvPr/>
        </p:nvSpPr>
        <p:spPr>
          <a:xfrm>
            <a:off x="548640" y="4134142"/>
            <a:ext cx="8046720" cy="27783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D3E4EA3-1F22-DD26-FD65-5BE97E3969FE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A1AC317-05DE-0BFB-3A0B-B5B1BB0FCE2F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err="1">
                <a:solidFill>
                  <a:srgbClr val="94A3B8"/>
                </a:solidFill>
                <a:ea typeface="Calibri"/>
                <a:cs typeface="Calibri"/>
              </a:rPr>
              <a:t>GNNExplainer</a:t>
            </a:r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9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8D37E49-4753-64DF-D228-275806589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1" y="826148"/>
            <a:ext cx="8017328" cy="332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865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22D3EE"/>
                </a:solidFill>
                <a:latin typeface="Georgia"/>
              </a:rPr>
              <a:t>03</a:t>
            </a:r>
            <a:endParaRPr lang="en-US" sz="600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Results</a:t>
            </a:r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94A3B8"/>
                </a:solidFill>
                <a:ea typeface="+mn-lt"/>
                <a:cs typeface="+mn-lt"/>
              </a:rPr>
              <a:t>3 datasets · node classification models (GCN) · 5 metrics · 2 baselines</a:t>
            </a:r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 ↑ metrics</a:t>
            </a:r>
            <a:endParaRPr lang="fr-FR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4134142"/>
            <a:ext cx="8046720" cy="27783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8109" y="3729996"/>
            <a:ext cx="7659188" cy="1072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i="1">
                <a:solidFill>
                  <a:srgbClr val="64748B"/>
                </a:solidFill>
                <a:ea typeface="+mn-lt"/>
                <a:cs typeface="+mn-lt"/>
              </a:rPr>
              <a:t>GNNExplainer1: Results reported in the original paper by Ying et al. (2019) (Accuracy metric only).</a:t>
            </a:r>
          </a:p>
          <a:p>
            <a:r>
              <a:rPr lang="en-US" sz="1050" b="1" i="1">
                <a:solidFill>
                  <a:srgbClr val="64748B"/>
                </a:solidFill>
                <a:ea typeface="+mn-lt"/>
                <a:cs typeface="+mn-lt"/>
              </a:rPr>
              <a:t>GNNExplainer2: Results obtained from our implementation evaluated over 60 node explanations.</a:t>
            </a:r>
            <a:endParaRPr lang="en-US"/>
          </a:p>
          <a:p>
            <a:r>
              <a:rPr lang="en-US" sz="1050" b="1" i="1">
                <a:solidFill>
                  <a:srgbClr val="64748B"/>
                </a:solidFill>
                <a:ea typeface="+mn-lt"/>
                <a:cs typeface="+mn-lt"/>
              </a:rPr>
              <a:t>NaN values in ROC-AUC macro reflect single-class .</a:t>
            </a:r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err="1">
                <a:solidFill>
                  <a:srgbClr val="94A3B8"/>
                </a:solidFill>
                <a:ea typeface="Calibri"/>
                <a:cs typeface="Calibri"/>
              </a:rPr>
              <a:t>GNNExplainer</a:t>
            </a:r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10    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11259B0A-5AD3-4115-8613-A90DD7783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06517"/>
              </p:ext>
            </p:extLst>
          </p:nvPr>
        </p:nvGraphicFramePr>
        <p:xfrm>
          <a:off x="456293" y="823504"/>
          <a:ext cx="8242300" cy="28806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345182107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84455301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84666142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852062839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903769379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1732584869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4152147716"/>
                    </a:ext>
                  </a:extLst>
                </a:gridCol>
              </a:tblGrid>
              <a:tr h="556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err="1">
                          <a:effectLst/>
                        </a:rPr>
                        <a:t>Dataset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>
                          <a:effectLst/>
                        </a:rPr>
                        <a:t>GNNExplainer1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>
                          <a:effectLst/>
                        </a:rPr>
                        <a:t>GNNExplainer2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00619"/>
                  </a:ext>
                </a:extLst>
              </a:tr>
              <a:tr h="49665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sz="120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err="1">
                          <a:effectLst/>
                        </a:rPr>
                        <a:t>Accuracy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err="1">
                          <a:effectLst/>
                        </a:rPr>
                        <a:t>Accuracy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ROC-AUC micro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ROC-AUC macro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F1-score micro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F1-score macro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98900"/>
                  </a:ext>
                </a:extLst>
              </a:tr>
              <a:tr h="456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syn1 (BA-</a:t>
                      </a:r>
                      <a:r>
                        <a:rPr lang="fr-FR" sz="1200" b="1" err="1">
                          <a:effectLst/>
                        </a:rPr>
                        <a:t>Shapes</a:t>
                      </a:r>
                      <a:r>
                        <a:rPr lang="fr-FR" sz="1200" b="1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0.9250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0.9927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0.9964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0.9956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0.7259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0.7260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949735"/>
                  </a:ext>
                </a:extLst>
              </a:tr>
              <a:tr h="456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syn2 (BA-Community)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0.8820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0.9885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0.9814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0.9798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0.5352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0.5368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388189"/>
                  </a:ext>
                </a:extLst>
              </a:tr>
              <a:tr h="456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syn3 (Tree-</a:t>
                      </a:r>
                      <a:r>
                        <a:rPr lang="fr-FR" sz="1200" b="1" err="1">
                          <a:effectLst/>
                        </a:rPr>
                        <a:t>Grid</a:t>
                      </a:r>
                      <a:r>
                        <a:rPr lang="fr-FR" sz="1200" b="1"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0.8750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0.9914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0.8326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solidFill>
                            <a:srgbClr val="C00000"/>
                          </a:solidFill>
                          <a:effectLst/>
                        </a:rPr>
                        <a:t>NaN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0.2131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0.1738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291810"/>
                  </a:ext>
                </a:extLst>
              </a:tr>
              <a:tr h="456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syn4 (Tree-Cycles)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0.8750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C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0.8472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A5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0.8049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solidFill>
                            <a:srgbClr val="C00000"/>
                          </a:solidFill>
                          <a:effectLst/>
                        </a:rPr>
                        <a:t>NaN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0.3422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0.2790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32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284" y="128150"/>
            <a:ext cx="8585439" cy="43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Results: Subgraph explanation</a:t>
            </a:r>
            <a:endParaRPr lang="fr-FR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GNNExplainer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11  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392CA5F-757F-60EF-D4FC-3108EF70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78" y="849766"/>
            <a:ext cx="2100944" cy="190364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F55707C-B6FC-8C9E-A58D-2E7D1E967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541" y="863375"/>
            <a:ext cx="2085976" cy="176756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EB4F826-47D1-900A-0456-D70C7D542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32" y="853167"/>
            <a:ext cx="2071007" cy="171178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6C35FC5-88D2-0A2B-92B3-EFAE2A03A7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4200" y="848407"/>
            <a:ext cx="2079172" cy="167776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0C7D34D-F43E-5AFB-F3A2-5C30211C1713}"/>
              </a:ext>
            </a:extLst>
          </p:cNvPr>
          <p:cNvSpPr txBox="1"/>
          <p:nvPr/>
        </p:nvSpPr>
        <p:spPr>
          <a:xfrm>
            <a:off x="267259" y="3065627"/>
            <a:ext cx="19494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>
                <a:ea typeface="Calibri"/>
                <a:cs typeface="Calibri"/>
              </a:rPr>
              <a:t>House motif (syn1)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D9B3E8E-3C0E-B0BF-40ED-F05C8E6AE7A1}"/>
              </a:ext>
            </a:extLst>
          </p:cNvPr>
          <p:cNvSpPr txBox="1"/>
          <p:nvPr/>
        </p:nvSpPr>
        <p:spPr>
          <a:xfrm>
            <a:off x="2477059" y="3065627"/>
            <a:ext cx="19494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>
                <a:ea typeface="Calibri"/>
                <a:cs typeface="Calibri"/>
              </a:rPr>
              <a:t>house  motif  (syn2)</a:t>
            </a:r>
            <a:endParaRPr lang="fr-FR" sz="140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CA2209D-B8A2-4845-A0D6-2EF9D2579843}"/>
              </a:ext>
            </a:extLst>
          </p:cNvPr>
          <p:cNvSpPr txBox="1"/>
          <p:nvPr/>
        </p:nvSpPr>
        <p:spPr>
          <a:xfrm>
            <a:off x="4752173" y="3065626"/>
            <a:ext cx="19929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err="1">
                <a:solidFill>
                  <a:srgbClr val="000000"/>
                </a:solidFill>
                <a:ea typeface="Calibri"/>
                <a:cs typeface="Calibri"/>
              </a:rPr>
              <a:t>Grid</a:t>
            </a:r>
            <a:r>
              <a:rPr lang="fr-FR" sz="1400">
                <a:solidFill>
                  <a:srgbClr val="000000"/>
                </a:solidFill>
                <a:ea typeface="Calibri"/>
                <a:cs typeface="Calibri"/>
              </a:rPr>
              <a:t> motifs</a:t>
            </a:r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20B00BC-D30D-6E90-F7D6-9B6A8D365B34}"/>
              </a:ext>
            </a:extLst>
          </p:cNvPr>
          <p:cNvSpPr txBox="1"/>
          <p:nvPr/>
        </p:nvSpPr>
        <p:spPr>
          <a:xfrm>
            <a:off x="6978301" y="3065626"/>
            <a:ext cx="199296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>
                <a:ea typeface="Calibri"/>
                <a:cs typeface="Calibri"/>
              </a:rPr>
              <a:t>Cycle motif</a:t>
            </a:r>
          </a:p>
        </p:txBody>
      </p:sp>
    </p:spTree>
    <p:extLst>
      <p:ext uri="{BB962C8B-B14F-4D97-AF65-F5344CB8AC3E}">
        <p14:creationId xmlns:p14="http://schemas.microsoft.com/office/powerpoint/2010/main" val="907148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951" y="382150"/>
            <a:ext cx="8585439" cy="43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Strengths &amp; Limitations of the </a:t>
            </a:r>
            <a:r>
              <a:rPr lang="en-US" sz="2600" b="1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GNNExplainer</a:t>
            </a:r>
            <a:endParaRPr lang="en-US" sz="2600" b="1" err="1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70206" y="1140843"/>
            <a:ext cx="3964269" cy="297395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9423" y="1151626"/>
            <a:ext cx="42442" cy="2963174"/>
          </a:xfrm>
          <a:prstGeom prst="rect">
            <a:avLst/>
          </a:prstGeom>
          <a:solidFill>
            <a:srgbClr val="00B050"/>
          </a:solidFill>
          <a:ln>
            <a:solidFill>
              <a:srgbClr val="4472C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9828" y="1415595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10B981"/>
                </a:solidFill>
                <a:latin typeface="Georgia"/>
                <a:ea typeface="+mn-lt"/>
                <a:cs typeface="+mn-lt"/>
              </a:rPr>
              <a:t>Strengths</a:t>
            </a:r>
            <a:endParaRPr lang="fr-FR"/>
          </a:p>
          <a:p>
            <a:pPr algn="ctr"/>
            <a:endParaRPr lang="en-US" sz="1400" b="1">
              <a:solidFill>
                <a:srgbClr val="EF4444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47472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Model-agnostic approach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Provides compact explanatory subgraphs</a:t>
            </a:r>
            <a:endParaRPr lang="en-US"/>
          </a:p>
          <a:p>
            <a:pPr marL="171450" indent="-17145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General framework for different graph tasks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87229" y="1151626"/>
            <a:ext cx="3894395" cy="296317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76446" y="1162409"/>
            <a:ext cx="42442" cy="2952391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41559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0000"/>
                </a:solidFill>
                <a:latin typeface="Georgia"/>
              </a:rPr>
              <a:t>Limitations</a:t>
            </a:r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38328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Primarily provides local explanations</a:t>
            </a:r>
            <a:endParaRPr lang="en-US" sz="1000">
              <a:solidFill>
                <a:srgbClr val="1E293B"/>
              </a:solidFill>
              <a:ea typeface="Calibri"/>
              <a:cs typeface="Calibri"/>
            </a:endParaRPr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Limited global interpretability</a:t>
            </a:r>
            <a:endParaRPr lang="en-US">
              <a:ea typeface="Calibri"/>
              <a:cs typeface="Calibri"/>
            </a:endParaRPr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Computational cost for large graphs</a:t>
            </a:r>
            <a:endParaRPr lang="en-US"/>
          </a:p>
          <a:p>
            <a:pPr marL="342900" indent="-342900">
              <a:lnSpc>
                <a:spcPct val="114999"/>
              </a:lnSpc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Subgraph explanations may require human interpretation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GNNExplainer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12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Thank you for your attention</a:t>
            </a:r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288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GraphRAG Multimodal — Documentation MRO</dc:title>
  <dc:subject>PptxGenJS Presentation</dc:subject>
  <dc:creator>Benali, Ouchene, Ouedraogo</dc:creator>
  <cp:revision>1</cp:revision>
  <dcterms:created xsi:type="dcterms:W3CDTF">2026-03-18T19:33:11Z</dcterms:created>
  <dcterms:modified xsi:type="dcterms:W3CDTF">2026-07-21T12:24:25Z</dcterms:modified>
</cp:coreProperties>
</file>